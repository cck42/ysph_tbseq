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8"/>
    <p:restoredTop sz="94737"/>
  </p:normalViewPr>
  <p:slideViewPr>
    <p:cSldViewPr snapToGrid="0">
      <p:cViewPr>
        <p:scale>
          <a:sx n="160" d="100"/>
          <a:sy n="160" d="100"/>
        </p:scale>
        <p:origin x="408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3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4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3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2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9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7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4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0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B97C6-A6EB-9141-BFCE-FB2B8C829B8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CE27B-E2E9-3247-ABD3-C4A449702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71">
            <a:extLst>
              <a:ext uri="{FF2B5EF4-FFF2-40B4-BE49-F238E27FC236}">
                <a16:creationId xmlns:a16="http://schemas.microsoft.com/office/drawing/2014/main" id="{C26847C8-BC71-F08C-30A0-6D61D93BD0D0}"/>
              </a:ext>
            </a:extLst>
          </p:cNvPr>
          <p:cNvSpPr/>
          <p:nvPr/>
        </p:nvSpPr>
        <p:spPr>
          <a:xfrm>
            <a:off x="685800" y="476293"/>
            <a:ext cx="7772400" cy="5181600"/>
          </a:xfrm>
          <a:custGeom>
            <a:avLst/>
            <a:gdLst>
              <a:gd name="connsiteX0" fmla="*/ 0 w 7772400"/>
              <a:gd name="connsiteY0" fmla="*/ 0 h 5181600"/>
              <a:gd name="connsiteX1" fmla="*/ 7772400 w 7772400"/>
              <a:gd name="connsiteY1" fmla="*/ 0 h 5181600"/>
              <a:gd name="connsiteX2" fmla="*/ 7772400 w 7772400"/>
              <a:gd name="connsiteY2" fmla="*/ 5181600 h 5181600"/>
              <a:gd name="connsiteX3" fmla="*/ 0 w 7772400"/>
              <a:gd name="connsiteY3" fmla="*/ 518160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2400" h="5181600">
                <a:moveTo>
                  <a:pt x="0" y="0"/>
                </a:moveTo>
                <a:lnTo>
                  <a:pt x="7772400" y="0"/>
                </a:lnTo>
                <a:lnTo>
                  <a:pt x="7772400" y="5181600"/>
                </a:lnTo>
                <a:lnTo>
                  <a:pt x="0" y="5181600"/>
                </a:lnTo>
                <a:close/>
              </a:path>
            </a:pathLst>
          </a:custGeom>
          <a:noFill/>
          <a:ln w="8996" cap="rnd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3" name="Graphic 4">
            <a:extLst>
              <a:ext uri="{FF2B5EF4-FFF2-40B4-BE49-F238E27FC236}">
                <a16:creationId xmlns:a16="http://schemas.microsoft.com/office/drawing/2014/main" id="{97ECB6CB-EFC8-2C19-3182-926508250A11}"/>
              </a:ext>
            </a:extLst>
          </p:cNvPr>
          <p:cNvGrpSpPr/>
          <p:nvPr/>
        </p:nvGrpSpPr>
        <p:grpSpPr>
          <a:xfrm>
            <a:off x="1608952" y="702988"/>
            <a:ext cx="924951" cy="2152702"/>
            <a:chOff x="1608952" y="702988"/>
            <a:chExt cx="924951" cy="2152702"/>
          </a:xfrm>
        </p:grpSpPr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AF2C437-D5A2-4030-9D00-3B331F56DE06}"/>
                </a:ext>
              </a:extLst>
            </p:cNvPr>
            <p:cNvSpPr/>
            <p:nvPr/>
          </p:nvSpPr>
          <p:spPr>
            <a:xfrm>
              <a:off x="1608952" y="702988"/>
              <a:ext cx="924951" cy="2152702"/>
            </a:xfrm>
            <a:custGeom>
              <a:avLst/>
              <a:gdLst>
                <a:gd name="connsiteX0" fmla="*/ 0 w 924951"/>
                <a:gd name="connsiteY0" fmla="*/ 0 h 2152702"/>
                <a:gd name="connsiteX1" fmla="*/ 924952 w 924951"/>
                <a:gd name="connsiteY1" fmla="*/ 0 h 2152702"/>
                <a:gd name="connsiteX2" fmla="*/ 924952 w 924951"/>
                <a:gd name="connsiteY2" fmla="*/ 2152703 h 2152702"/>
                <a:gd name="connsiteX3" fmla="*/ 0 w 924951"/>
                <a:gd name="connsiteY3" fmla="*/ 2152703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2152702">
                  <a:moveTo>
                    <a:pt x="0" y="0"/>
                  </a:moveTo>
                  <a:lnTo>
                    <a:pt x="924952" y="0"/>
                  </a:lnTo>
                  <a:lnTo>
                    <a:pt x="924952" y="2152703"/>
                  </a:lnTo>
                  <a:lnTo>
                    <a:pt x="0" y="2152703"/>
                  </a:lnTo>
                  <a:close/>
                </a:path>
              </a:pathLst>
            </a:custGeom>
            <a:solidFill>
              <a:srgbClr val="555555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857FD4F-ECA0-18E4-C39D-B74B88C84DA9}"/>
                </a:ext>
              </a:extLst>
            </p:cNvPr>
            <p:cNvSpPr/>
            <p:nvPr/>
          </p:nvSpPr>
          <p:spPr>
            <a:xfrm>
              <a:off x="2252784" y="269988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9F73A9AD-6E56-9CF3-256A-8011FCDC9CA9}"/>
                </a:ext>
              </a:extLst>
            </p:cNvPr>
            <p:cNvSpPr/>
            <p:nvPr/>
          </p:nvSpPr>
          <p:spPr>
            <a:xfrm>
              <a:off x="2252784" y="255828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C4FD75AD-791D-3B59-E8E4-124D55BD0B94}"/>
                </a:ext>
              </a:extLst>
            </p:cNvPr>
            <p:cNvSpPr/>
            <p:nvPr/>
          </p:nvSpPr>
          <p:spPr>
            <a:xfrm>
              <a:off x="2252784" y="24166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76CCED4-EB7D-9921-4EF0-332E5F8D9947}"/>
                </a:ext>
              </a:extLst>
            </p:cNvPr>
            <p:cNvSpPr/>
            <p:nvPr/>
          </p:nvSpPr>
          <p:spPr>
            <a:xfrm>
              <a:off x="2252784" y="227500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D0D9A04-9F7C-823C-1C7C-0979D82AA78D}"/>
                </a:ext>
              </a:extLst>
            </p:cNvPr>
            <p:cNvSpPr/>
            <p:nvPr/>
          </p:nvSpPr>
          <p:spPr>
            <a:xfrm>
              <a:off x="2252784" y="213341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D4BBE51-D68D-4804-0CD3-1BA686A78B32}"/>
                </a:ext>
              </a:extLst>
            </p:cNvPr>
            <p:cNvSpPr/>
            <p:nvPr/>
          </p:nvSpPr>
          <p:spPr>
            <a:xfrm>
              <a:off x="2252784" y="199182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3343E23-4D9F-CEB8-5998-75029FB545C8}"/>
                </a:ext>
              </a:extLst>
            </p:cNvPr>
            <p:cNvSpPr/>
            <p:nvPr/>
          </p:nvSpPr>
          <p:spPr>
            <a:xfrm>
              <a:off x="2252784" y="185013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9E831E0-81CB-4CDF-1D63-3E9C8864F889}"/>
                </a:ext>
              </a:extLst>
            </p:cNvPr>
            <p:cNvSpPr/>
            <p:nvPr/>
          </p:nvSpPr>
          <p:spPr>
            <a:xfrm>
              <a:off x="2252784" y="170854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20A6FCF-E92A-C725-5F6C-69263D79E9A2}"/>
                </a:ext>
              </a:extLst>
            </p:cNvPr>
            <p:cNvSpPr/>
            <p:nvPr/>
          </p:nvSpPr>
          <p:spPr>
            <a:xfrm>
              <a:off x="2252784" y="156694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305694D-242D-9362-1906-B997C5A95210}"/>
                </a:ext>
              </a:extLst>
            </p:cNvPr>
            <p:cNvSpPr/>
            <p:nvPr/>
          </p:nvSpPr>
          <p:spPr>
            <a:xfrm>
              <a:off x="2252784" y="142526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81B750B-3682-94FA-7DA9-67718E6482CA}"/>
                </a:ext>
              </a:extLst>
            </p:cNvPr>
            <p:cNvSpPr/>
            <p:nvPr/>
          </p:nvSpPr>
          <p:spPr>
            <a:xfrm>
              <a:off x="2252784" y="128366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6139B3A9-6C90-EB83-7204-AB9E3BEB50B4}"/>
                </a:ext>
              </a:extLst>
            </p:cNvPr>
            <p:cNvSpPr/>
            <p:nvPr/>
          </p:nvSpPr>
          <p:spPr>
            <a:xfrm>
              <a:off x="2252784" y="114207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72F5E9FD-E8C9-1E33-0936-B6D5323508A1}"/>
                </a:ext>
              </a:extLst>
            </p:cNvPr>
            <p:cNvSpPr/>
            <p:nvPr/>
          </p:nvSpPr>
          <p:spPr>
            <a:xfrm>
              <a:off x="2252784" y="100039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DC8B5AF-4BFF-EE08-6D69-994F4B3BB89D}"/>
                </a:ext>
              </a:extLst>
            </p:cNvPr>
            <p:cNvSpPr/>
            <p:nvPr/>
          </p:nvSpPr>
          <p:spPr>
            <a:xfrm>
              <a:off x="2252784" y="85879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6FF016A5-A44B-44D3-D81E-F43B935F7088}"/>
                </a:ext>
              </a:extLst>
            </p:cNvPr>
            <p:cNvSpPr/>
            <p:nvPr/>
          </p:nvSpPr>
          <p:spPr>
            <a:xfrm>
              <a:off x="2252784" y="71720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0B965CFB-41A2-1049-BFC0-E6D82DA20F27}"/>
                </a:ext>
              </a:extLst>
            </p:cNvPr>
            <p:cNvSpPr/>
            <p:nvPr/>
          </p:nvSpPr>
          <p:spPr>
            <a:xfrm>
              <a:off x="2071428" y="269988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824965FF-716E-B7E7-0F4A-78CE581883F4}"/>
                </a:ext>
              </a:extLst>
            </p:cNvPr>
            <p:cNvSpPr/>
            <p:nvPr/>
          </p:nvSpPr>
          <p:spPr>
            <a:xfrm>
              <a:off x="2071428" y="255828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D87B844B-B18B-1287-2E67-2918C0F3FCD2}"/>
                </a:ext>
              </a:extLst>
            </p:cNvPr>
            <p:cNvSpPr/>
            <p:nvPr/>
          </p:nvSpPr>
          <p:spPr>
            <a:xfrm>
              <a:off x="2071428" y="24166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BDCCE8FC-15F9-61F3-3EFC-0EC495992FF8}"/>
                </a:ext>
              </a:extLst>
            </p:cNvPr>
            <p:cNvSpPr/>
            <p:nvPr/>
          </p:nvSpPr>
          <p:spPr>
            <a:xfrm>
              <a:off x="2071428" y="227500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01C37DC-2F4B-CF4C-50B8-447C5B422EC4}"/>
                </a:ext>
              </a:extLst>
            </p:cNvPr>
            <p:cNvSpPr/>
            <p:nvPr/>
          </p:nvSpPr>
          <p:spPr>
            <a:xfrm>
              <a:off x="2071428" y="213341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B52EABB1-4E25-0574-94E6-D774D2EECC28}"/>
                </a:ext>
              </a:extLst>
            </p:cNvPr>
            <p:cNvSpPr/>
            <p:nvPr/>
          </p:nvSpPr>
          <p:spPr>
            <a:xfrm>
              <a:off x="2071428" y="199182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6C91F63A-A96E-188E-932F-003B6AC6F0B3}"/>
                </a:ext>
              </a:extLst>
            </p:cNvPr>
            <p:cNvSpPr/>
            <p:nvPr/>
          </p:nvSpPr>
          <p:spPr>
            <a:xfrm>
              <a:off x="2071428" y="185013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99809D20-1137-A832-70CC-6677E195D9DD}"/>
                </a:ext>
              </a:extLst>
            </p:cNvPr>
            <p:cNvSpPr/>
            <p:nvPr/>
          </p:nvSpPr>
          <p:spPr>
            <a:xfrm>
              <a:off x="2071428" y="170854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9FF2FC4-9B6F-2921-AE5D-E2DB4E39B4A8}"/>
                </a:ext>
              </a:extLst>
            </p:cNvPr>
            <p:cNvSpPr/>
            <p:nvPr/>
          </p:nvSpPr>
          <p:spPr>
            <a:xfrm>
              <a:off x="2071428" y="156694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F0E9B4B5-65A1-2599-7A5F-A200810A0039}"/>
                </a:ext>
              </a:extLst>
            </p:cNvPr>
            <p:cNvSpPr/>
            <p:nvPr/>
          </p:nvSpPr>
          <p:spPr>
            <a:xfrm>
              <a:off x="2071428" y="142526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54FCBD13-5535-DB45-48FE-3D039BDAE2BB}"/>
                </a:ext>
              </a:extLst>
            </p:cNvPr>
            <p:cNvSpPr/>
            <p:nvPr/>
          </p:nvSpPr>
          <p:spPr>
            <a:xfrm>
              <a:off x="2071428" y="128366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4B307D28-0E47-627B-1B90-65B06D3C4195}"/>
                </a:ext>
              </a:extLst>
            </p:cNvPr>
            <p:cNvSpPr/>
            <p:nvPr/>
          </p:nvSpPr>
          <p:spPr>
            <a:xfrm>
              <a:off x="2071428" y="114207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1908AAB7-3945-39AE-5DFF-3E5CB60582D7}"/>
                </a:ext>
              </a:extLst>
            </p:cNvPr>
            <p:cNvSpPr/>
            <p:nvPr/>
          </p:nvSpPr>
          <p:spPr>
            <a:xfrm>
              <a:off x="2071428" y="100039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5E11EB3-684A-45F5-CC82-AE5FEC1467ED}"/>
                </a:ext>
              </a:extLst>
            </p:cNvPr>
            <p:cNvSpPr/>
            <p:nvPr/>
          </p:nvSpPr>
          <p:spPr>
            <a:xfrm>
              <a:off x="2071428" y="85879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EB42E0F-FE83-CFFB-113B-32F05E491EE7}"/>
                </a:ext>
              </a:extLst>
            </p:cNvPr>
            <p:cNvSpPr/>
            <p:nvPr/>
          </p:nvSpPr>
          <p:spPr>
            <a:xfrm>
              <a:off x="2071428" y="71720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C3EDB7B-C109-5BE7-6488-A2C9E43025B9}"/>
                </a:ext>
              </a:extLst>
            </p:cNvPr>
            <p:cNvSpPr/>
            <p:nvPr/>
          </p:nvSpPr>
          <p:spPr>
            <a:xfrm>
              <a:off x="1799394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FA8B8ACC-160E-B83F-5517-5B6A8C023936}"/>
                </a:ext>
              </a:extLst>
            </p:cNvPr>
            <p:cNvSpPr/>
            <p:nvPr/>
          </p:nvSpPr>
          <p:spPr>
            <a:xfrm>
              <a:off x="1799394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AEB55B8-1C0C-52F1-4308-644A13ADCCD5}"/>
                </a:ext>
              </a:extLst>
            </p:cNvPr>
            <p:cNvSpPr/>
            <p:nvPr/>
          </p:nvSpPr>
          <p:spPr>
            <a:xfrm>
              <a:off x="1799394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1167EBE4-F1E7-F80B-A074-628FECBDC8E3}"/>
                </a:ext>
              </a:extLst>
            </p:cNvPr>
            <p:cNvSpPr/>
            <p:nvPr/>
          </p:nvSpPr>
          <p:spPr>
            <a:xfrm>
              <a:off x="1799394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878B2CF8-A9E6-1A94-D761-DD087B39542C}"/>
                </a:ext>
              </a:extLst>
            </p:cNvPr>
            <p:cNvSpPr/>
            <p:nvPr/>
          </p:nvSpPr>
          <p:spPr>
            <a:xfrm>
              <a:off x="1799394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951CBCCA-7C78-7D7E-54FE-3ECD82FD0FC1}"/>
                </a:ext>
              </a:extLst>
            </p:cNvPr>
            <p:cNvSpPr/>
            <p:nvPr/>
          </p:nvSpPr>
          <p:spPr>
            <a:xfrm>
              <a:off x="1799394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FD13F55F-EDB5-91B7-6FFC-56737457284F}"/>
                </a:ext>
              </a:extLst>
            </p:cNvPr>
            <p:cNvSpPr/>
            <p:nvPr/>
          </p:nvSpPr>
          <p:spPr>
            <a:xfrm>
              <a:off x="1799394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CAF1B6D5-A5F2-D42A-83B4-9046EB0677AE}"/>
                </a:ext>
              </a:extLst>
            </p:cNvPr>
            <p:cNvSpPr/>
            <p:nvPr/>
          </p:nvSpPr>
          <p:spPr>
            <a:xfrm>
              <a:off x="1799394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606A435E-04EA-3D74-0F03-6568E9311057}"/>
                </a:ext>
              </a:extLst>
            </p:cNvPr>
            <p:cNvSpPr/>
            <p:nvPr/>
          </p:nvSpPr>
          <p:spPr>
            <a:xfrm>
              <a:off x="1799394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4260281-7D24-2C3B-7D25-F04B21174B99}"/>
                </a:ext>
              </a:extLst>
            </p:cNvPr>
            <p:cNvSpPr/>
            <p:nvPr/>
          </p:nvSpPr>
          <p:spPr>
            <a:xfrm>
              <a:off x="1799394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750803A3-15B6-B200-B644-DCB4534B3996}"/>
                </a:ext>
              </a:extLst>
            </p:cNvPr>
            <p:cNvSpPr/>
            <p:nvPr/>
          </p:nvSpPr>
          <p:spPr>
            <a:xfrm>
              <a:off x="1799394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241BF10B-F2FB-75D9-3FBF-0C54DAD3FB98}"/>
                </a:ext>
              </a:extLst>
            </p:cNvPr>
            <p:cNvSpPr/>
            <p:nvPr/>
          </p:nvSpPr>
          <p:spPr>
            <a:xfrm>
              <a:off x="1799394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F65B520-B9FE-606A-721F-D3CFD3091C5E}"/>
                </a:ext>
              </a:extLst>
            </p:cNvPr>
            <p:cNvSpPr/>
            <p:nvPr/>
          </p:nvSpPr>
          <p:spPr>
            <a:xfrm>
              <a:off x="1799394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BB51D4D6-3822-CB23-87EE-365ED4F08B84}"/>
                </a:ext>
              </a:extLst>
            </p:cNvPr>
            <p:cNvSpPr/>
            <p:nvPr/>
          </p:nvSpPr>
          <p:spPr>
            <a:xfrm>
              <a:off x="1799394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CA99349-AAF2-A1D6-E7B5-300F25B8553B}"/>
                </a:ext>
              </a:extLst>
            </p:cNvPr>
            <p:cNvSpPr/>
            <p:nvPr/>
          </p:nvSpPr>
          <p:spPr>
            <a:xfrm>
              <a:off x="1799394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09431311-F021-C7D8-4587-E2AE9457D7E7}"/>
                </a:ext>
              </a:extLst>
            </p:cNvPr>
            <p:cNvSpPr/>
            <p:nvPr/>
          </p:nvSpPr>
          <p:spPr>
            <a:xfrm>
              <a:off x="1980750" y="269988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01A9F9BA-F983-BA07-E09A-55598FCF9ADA}"/>
                </a:ext>
              </a:extLst>
            </p:cNvPr>
            <p:cNvSpPr/>
            <p:nvPr/>
          </p:nvSpPr>
          <p:spPr>
            <a:xfrm>
              <a:off x="1980750" y="255828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180C5495-1E24-AD1A-377E-1BA36BBD615D}"/>
                </a:ext>
              </a:extLst>
            </p:cNvPr>
            <p:cNvSpPr/>
            <p:nvPr/>
          </p:nvSpPr>
          <p:spPr>
            <a:xfrm>
              <a:off x="1980750" y="24166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580E25B-B719-3C3A-1A56-964CB82F6FDF}"/>
                </a:ext>
              </a:extLst>
            </p:cNvPr>
            <p:cNvSpPr/>
            <p:nvPr/>
          </p:nvSpPr>
          <p:spPr>
            <a:xfrm>
              <a:off x="1980750" y="227500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EE5FA154-B4DD-8CB9-E539-4833480746B7}"/>
                </a:ext>
              </a:extLst>
            </p:cNvPr>
            <p:cNvSpPr/>
            <p:nvPr/>
          </p:nvSpPr>
          <p:spPr>
            <a:xfrm>
              <a:off x="1980750" y="213341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1F6F6F42-AE72-BA76-68F3-F81980A517FC}"/>
                </a:ext>
              </a:extLst>
            </p:cNvPr>
            <p:cNvSpPr/>
            <p:nvPr/>
          </p:nvSpPr>
          <p:spPr>
            <a:xfrm>
              <a:off x="1980750" y="199182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89D026C3-85D6-1F90-2EF5-BEDEC24DCF0B}"/>
                </a:ext>
              </a:extLst>
            </p:cNvPr>
            <p:cNvSpPr/>
            <p:nvPr/>
          </p:nvSpPr>
          <p:spPr>
            <a:xfrm>
              <a:off x="1980750" y="185013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7293AC9C-63C3-D3E2-A33E-87D39F4F8426}"/>
                </a:ext>
              </a:extLst>
            </p:cNvPr>
            <p:cNvSpPr/>
            <p:nvPr/>
          </p:nvSpPr>
          <p:spPr>
            <a:xfrm>
              <a:off x="1980750" y="170854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471DB7C-78BA-8C0D-817F-4D493833997C}"/>
                </a:ext>
              </a:extLst>
            </p:cNvPr>
            <p:cNvSpPr/>
            <p:nvPr/>
          </p:nvSpPr>
          <p:spPr>
            <a:xfrm>
              <a:off x="1980750" y="156694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0D84BCC-BAB0-CE5E-260B-DF2BC4712A97}"/>
                </a:ext>
              </a:extLst>
            </p:cNvPr>
            <p:cNvSpPr/>
            <p:nvPr/>
          </p:nvSpPr>
          <p:spPr>
            <a:xfrm>
              <a:off x="1980750" y="142526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CC03F12D-A308-6829-9200-BC3CF1BC79E9}"/>
                </a:ext>
              </a:extLst>
            </p:cNvPr>
            <p:cNvSpPr/>
            <p:nvPr/>
          </p:nvSpPr>
          <p:spPr>
            <a:xfrm>
              <a:off x="1980750" y="128366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B4B81E7F-A9D4-BC65-1F7B-37217D72D5FA}"/>
                </a:ext>
              </a:extLst>
            </p:cNvPr>
            <p:cNvSpPr/>
            <p:nvPr/>
          </p:nvSpPr>
          <p:spPr>
            <a:xfrm>
              <a:off x="1980750" y="114207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6BB214C8-4A85-10C6-3F42-A6FF6327671F}"/>
                </a:ext>
              </a:extLst>
            </p:cNvPr>
            <p:cNvSpPr/>
            <p:nvPr/>
          </p:nvSpPr>
          <p:spPr>
            <a:xfrm>
              <a:off x="1980750" y="100039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5444F332-426D-1DC3-0D8A-F57D73F81C24}"/>
                </a:ext>
              </a:extLst>
            </p:cNvPr>
            <p:cNvSpPr/>
            <p:nvPr/>
          </p:nvSpPr>
          <p:spPr>
            <a:xfrm>
              <a:off x="1980750" y="85879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8A24E8A7-06D3-AF9B-67F4-9D653F8FDCB9}"/>
                </a:ext>
              </a:extLst>
            </p:cNvPr>
            <p:cNvSpPr/>
            <p:nvPr/>
          </p:nvSpPr>
          <p:spPr>
            <a:xfrm>
              <a:off x="1980750" y="71720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9DCA1F9B-0BFA-7A71-BDC2-474C7698D3CE}"/>
                </a:ext>
              </a:extLst>
            </p:cNvPr>
            <p:cNvSpPr/>
            <p:nvPr/>
          </p:nvSpPr>
          <p:spPr>
            <a:xfrm>
              <a:off x="2162106" y="269988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AD428EDB-023A-A1FE-7606-6A4658A44EB3}"/>
                </a:ext>
              </a:extLst>
            </p:cNvPr>
            <p:cNvSpPr/>
            <p:nvPr/>
          </p:nvSpPr>
          <p:spPr>
            <a:xfrm>
              <a:off x="2162106" y="255828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827C4E9-4CD4-0D03-B7A9-8331E65BA8D0}"/>
                </a:ext>
              </a:extLst>
            </p:cNvPr>
            <p:cNvSpPr/>
            <p:nvPr/>
          </p:nvSpPr>
          <p:spPr>
            <a:xfrm>
              <a:off x="2162106" y="24166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44E60686-43D7-4FDA-2C5B-D2D8B0C98E27}"/>
                </a:ext>
              </a:extLst>
            </p:cNvPr>
            <p:cNvSpPr/>
            <p:nvPr/>
          </p:nvSpPr>
          <p:spPr>
            <a:xfrm>
              <a:off x="2162106" y="227500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5C00C8A8-30DF-8A78-9EBA-2833F8E8A5C1}"/>
                </a:ext>
              </a:extLst>
            </p:cNvPr>
            <p:cNvSpPr/>
            <p:nvPr/>
          </p:nvSpPr>
          <p:spPr>
            <a:xfrm>
              <a:off x="2162106" y="213341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BB4D99FD-3B7B-04F9-04E6-8C9D01C0A5C6}"/>
                </a:ext>
              </a:extLst>
            </p:cNvPr>
            <p:cNvSpPr/>
            <p:nvPr/>
          </p:nvSpPr>
          <p:spPr>
            <a:xfrm>
              <a:off x="2162106" y="199182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073AF00B-7BB2-6286-321C-5F301D713F6E}"/>
                </a:ext>
              </a:extLst>
            </p:cNvPr>
            <p:cNvSpPr/>
            <p:nvPr/>
          </p:nvSpPr>
          <p:spPr>
            <a:xfrm>
              <a:off x="2162106" y="185013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43232664-F5CE-7C87-DEFF-CEC7D9C80A68}"/>
                </a:ext>
              </a:extLst>
            </p:cNvPr>
            <p:cNvSpPr/>
            <p:nvPr/>
          </p:nvSpPr>
          <p:spPr>
            <a:xfrm>
              <a:off x="2162106" y="170854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82147E53-6493-45B0-2D2E-64666FE4E6F5}"/>
                </a:ext>
              </a:extLst>
            </p:cNvPr>
            <p:cNvSpPr/>
            <p:nvPr/>
          </p:nvSpPr>
          <p:spPr>
            <a:xfrm>
              <a:off x="2162106" y="156694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378D9F76-E833-5EC8-F402-245FD6F61BBF}"/>
                </a:ext>
              </a:extLst>
            </p:cNvPr>
            <p:cNvSpPr/>
            <p:nvPr/>
          </p:nvSpPr>
          <p:spPr>
            <a:xfrm>
              <a:off x="2162106" y="142526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3A02415A-C0B7-F943-A5BE-541EAE50BC7B}"/>
                </a:ext>
              </a:extLst>
            </p:cNvPr>
            <p:cNvSpPr/>
            <p:nvPr/>
          </p:nvSpPr>
          <p:spPr>
            <a:xfrm>
              <a:off x="2162106" y="128366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7696E87-4651-6B1B-FA15-E2D6DC205114}"/>
                </a:ext>
              </a:extLst>
            </p:cNvPr>
            <p:cNvSpPr/>
            <p:nvPr/>
          </p:nvSpPr>
          <p:spPr>
            <a:xfrm>
              <a:off x="2162106" y="114207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A14948FC-1E18-ED69-B85B-AF11AA37765A}"/>
                </a:ext>
              </a:extLst>
            </p:cNvPr>
            <p:cNvSpPr/>
            <p:nvPr/>
          </p:nvSpPr>
          <p:spPr>
            <a:xfrm>
              <a:off x="2162106" y="100039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C4234564-5B2A-B65D-D003-B837910847FF}"/>
                </a:ext>
              </a:extLst>
            </p:cNvPr>
            <p:cNvSpPr/>
            <p:nvPr/>
          </p:nvSpPr>
          <p:spPr>
            <a:xfrm>
              <a:off x="2162106" y="85879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B4A658F-E9E1-A407-A1DA-0D538D769A2B}"/>
                </a:ext>
              </a:extLst>
            </p:cNvPr>
            <p:cNvSpPr/>
            <p:nvPr/>
          </p:nvSpPr>
          <p:spPr>
            <a:xfrm>
              <a:off x="2162106" y="71720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EAB12EE-A638-D8EE-8F3B-AFA10C7CBA90}"/>
                </a:ext>
              </a:extLst>
            </p:cNvPr>
            <p:cNvSpPr/>
            <p:nvPr/>
          </p:nvSpPr>
          <p:spPr>
            <a:xfrm>
              <a:off x="2434140" y="269988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60817D55-1F15-441E-E0E6-98D4FA52A356}"/>
                </a:ext>
              </a:extLst>
            </p:cNvPr>
            <p:cNvSpPr/>
            <p:nvPr/>
          </p:nvSpPr>
          <p:spPr>
            <a:xfrm>
              <a:off x="2434140" y="255828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0E85CA8B-D34D-CB60-9FA5-6FAE0DF99871}"/>
                </a:ext>
              </a:extLst>
            </p:cNvPr>
            <p:cNvSpPr/>
            <p:nvPr/>
          </p:nvSpPr>
          <p:spPr>
            <a:xfrm>
              <a:off x="2434140" y="24166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7A305F6C-E033-4628-969D-2E0750B008E0}"/>
                </a:ext>
              </a:extLst>
            </p:cNvPr>
            <p:cNvSpPr/>
            <p:nvPr/>
          </p:nvSpPr>
          <p:spPr>
            <a:xfrm>
              <a:off x="2434140" y="227500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F66F939C-52E5-6DB8-ECAF-84CABCE054B6}"/>
                </a:ext>
              </a:extLst>
            </p:cNvPr>
            <p:cNvSpPr/>
            <p:nvPr/>
          </p:nvSpPr>
          <p:spPr>
            <a:xfrm>
              <a:off x="2434140" y="213341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8F08C632-A15E-C752-5965-BD3C211DC102}"/>
                </a:ext>
              </a:extLst>
            </p:cNvPr>
            <p:cNvSpPr/>
            <p:nvPr/>
          </p:nvSpPr>
          <p:spPr>
            <a:xfrm>
              <a:off x="2434140" y="199182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75A0B94B-3D58-693C-4A09-9F26DDB7705E}"/>
                </a:ext>
              </a:extLst>
            </p:cNvPr>
            <p:cNvSpPr/>
            <p:nvPr/>
          </p:nvSpPr>
          <p:spPr>
            <a:xfrm>
              <a:off x="2434140" y="185013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6D319775-EBB0-1735-CC2D-042741D4C32E}"/>
                </a:ext>
              </a:extLst>
            </p:cNvPr>
            <p:cNvSpPr/>
            <p:nvPr/>
          </p:nvSpPr>
          <p:spPr>
            <a:xfrm>
              <a:off x="2434140" y="170854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4733BAF3-07E6-AC22-4674-990312FFC1F9}"/>
                </a:ext>
              </a:extLst>
            </p:cNvPr>
            <p:cNvSpPr/>
            <p:nvPr/>
          </p:nvSpPr>
          <p:spPr>
            <a:xfrm>
              <a:off x="2434140" y="156694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1C32FFB1-F85A-DF94-6132-AA0B91730D20}"/>
                </a:ext>
              </a:extLst>
            </p:cNvPr>
            <p:cNvSpPr/>
            <p:nvPr/>
          </p:nvSpPr>
          <p:spPr>
            <a:xfrm>
              <a:off x="2434140" y="142526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65842E7C-707A-F591-E24A-7F2D2D3EAF22}"/>
                </a:ext>
              </a:extLst>
            </p:cNvPr>
            <p:cNvSpPr/>
            <p:nvPr/>
          </p:nvSpPr>
          <p:spPr>
            <a:xfrm>
              <a:off x="2434140" y="128366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D41F0224-715E-439B-D9EF-18AB2FC7CC98}"/>
                </a:ext>
              </a:extLst>
            </p:cNvPr>
            <p:cNvSpPr/>
            <p:nvPr/>
          </p:nvSpPr>
          <p:spPr>
            <a:xfrm>
              <a:off x="2434140" y="114207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45C1927F-C410-69F6-EF3F-361466BC2A2D}"/>
                </a:ext>
              </a:extLst>
            </p:cNvPr>
            <p:cNvSpPr/>
            <p:nvPr/>
          </p:nvSpPr>
          <p:spPr>
            <a:xfrm>
              <a:off x="2434140" y="100039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76F9A99B-B978-1055-4654-B0E587AF65EA}"/>
                </a:ext>
              </a:extLst>
            </p:cNvPr>
            <p:cNvSpPr/>
            <p:nvPr/>
          </p:nvSpPr>
          <p:spPr>
            <a:xfrm>
              <a:off x="2434140" y="85879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C0473918-C1A9-2285-E3AA-F23C28EEB3F5}"/>
                </a:ext>
              </a:extLst>
            </p:cNvPr>
            <p:cNvSpPr/>
            <p:nvPr/>
          </p:nvSpPr>
          <p:spPr>
            <a:xfrm>
              <a:off x="2434140" y="71720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8950FA74-FD03-5DBE-E725-8E05C3130D12}"/>
                </a:ext>
              </a:extLst>
            </p:cNvPr>
            <p:cNvSpPr/>
            <p:nvPr/>
          </p:nvSpPr>
          <p:spPr>
            <a:xfrm>
              <a:off x="2343462" y="269988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8700A360-7AB3-A95A-0D60-B427C78C6FFB}"/>
                </a:ext>
              </a:extLst>
            </p:cNvPr>
            <p:cNvSpPr/>
            <p:nvPr/>
          </p:nvSpPr>
          <p:spPr>
            <a:xfrm>
              <a:off x="2343462" y="255828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D7940253-E855-2F46-F2B3-AF1A173B03E5}"/>
                </a:ext>
              </a:extLst>
            </p:cNvPr>
            <p:cNvSpPr/>
            <p:nvPr/>
          </p:nvSpPr>
          <p:spPr>
            <a:xfrm>
              <a:off x="2343462" y="24166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3E449128-7B26-9D3B-BC26-A5A34D644EBF}"/>
                </a:ext>
              </a:extLst>
            </p:cNvPr>
            <p:cNvSpPr/>
            <p:nvPr/>
          </p:nvSpPr>
          <p:spPr>
            <a:xfrm>
              <a:off x="2343462" y="227500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A128CEAF-94A5-165F-5BF0-09B28AE08DCA}"/>
                </a:ext>
              </a:extLst>
            </p:cNvPr>
            <p:cNvSpPr/>
            <p:nvPr/>
          </p:nvSpPr>
          <p:spPr>
            <a:xfrm>
              <a:off x="2343462" y="213341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57D28A13-DEC6-3A4A-6F9E-7664D943A860}"/>
                </a:ext>
              </a:extLst>
            </p:cNvPr>
            <p:cNvSpPr/>
            <p:nvPr/>
          </p:nvSpPr>
          <p:spPr>
            <a:xfrm>
              <a:off x="2343462" y="199182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8EA8D07B-29E4-45BF-ADE5-45A4CA5ADD39}"/>
                </a:ext>
              </a:extLst>
            </p:cNvPr>
            <p:cNvSpPr/>
            <p:nvPr/>
          </p:nvSpPr>
          <p:spPr>
            <a:xfrm>
              <a:off x="2343462" y="185013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D960C56C-4DE4-4172-66BE-C6F3B8E9BC9F}"/>
                </a:ext>
              </a:extLst>
            </p:cNvPr>
            <p:cNvSpPr/>
            <p:nvPr/>
          </p:nvSpPr>
          <p:spPr>
            <a:xfrm>
              <a:off x="2343462" y="170854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2EE24CD5-6A56-17A5-5D2F-FFCEAB389257}"/>
                </a:ext>
              </a:extLst>
            </p:cNvPr>
            <p:cNvSpPr/>
            <p:nvPr/>
          </p:nvSpPr>
          <p:spPr>
            <a:xfrm>
              <a:off x="2343462" y="156694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354D97BF-C481-329C-F375-0A7B6923BBD4}"/>
                </a:ext>
              </a:extLst>
            </p:cNvPr>
            <p:cNvSpPr/>
            <p:nvPr/>
          </p:nvSpPr>
          <p:spPr>
            <a:xfrm>
              <a:off x="2343462" y="142526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EA8DA622-75EC-D930-8BD1-41C63D3BE52B}"/>
                </a:ext>
              </a:extLst>
            </p:cNvPr>
            <p:cNvSpPr/>
            <p:nvPr/>
          </p:nvSpPr>
          <p:spPr>
            <a:xfrm>
              <a:off x="2343462" y="128366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87360D8F-113F-18B1-1559-73332B083AE2}"/>
                </a:ext>
              </a:extLst>
            </p:cNvPr>
            <p:cNvSpPr/>
            <p:nvPr/>
          </p:nvSpPr>
          <p:spPr>
            <a:xfrm>
              <a:off x="2343462" y="114207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BB1371F9-98FB-C91A-9495-C09CF924734C}"/>
                </a:ext>
              </a:extLst>
            </p:cNvPr>
            <p:cNvSpPr/>
            <p:nvPr/>
          </p:nvSpPr>
          <p:spPr>
            <a:xfrm>
              <a:off x="2343462" y="100039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2D2A2E6B-FBF5-E181-A00D-7164F5DE627C}"/>
                </a:ext>
              </a:extLst>
            </p:cNvPr>
            <p:cNvSpPr/>
            <p:nvPr/>
          </p:nvSpPr>
          <p:spPr>
            <a:xfrm>
              <a:off x="2343462" y="85879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6DEE8928-452B-EE0C-7CCF-ADFE567B95E6}"/>
                </a:ext>
              </a:extLst>
            </p:cNvPr>
            <p:cNvSpPr/>
            <p:nvPr/>
          </p:nvSpPr>
          <p:spPr>
            <a:xfrm>
              <a:off x="2343462" y="71720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3F24319F-17B7-023B-0507-64A65CD7CCC6}"/>
                </a:ext>
              </a:extLst>
            </p:cNvPr>
            <p:cNvSpPr/>
            <p:nvPr/>
          </p:nvSpPr>
          <p:spPr>
            <a:xfrm>
              <a:off x="1708716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095095D1-78A9-9290-43F1-FB3FE86752F1}"/>
                </a:ext>
              </a:extLst>
            </p:cNvPr>
            <p:cNvSpPr/>
            <p:nvPr/>
          </p:nvSpPr>
          <p:spPr>
            <a:xfrm>
              <a:off x="1708716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E7DF0438-D01F-F096-88E4-40C2C760B3E8}"/>
                </a:ext>
              </a:extLst>
            </p:cNvPr>
            <p:cNvSpPr/>
            <p:nvPr/>
          </p:nvSpPr>
          <p:spPr>
            <a:xfrm>
              <a:off x="1708716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DBDE5CDE-C020-7448-FF15-D4FD6C75F6C9}"/>
                </a:ext>
              </a:extLst>
            </p:cNvPr>
            <p:cNvSpPr/>
            <p:nvPr/>
          </p:nvSpPr>
          <p:spPr>
            <a:xfrm>
              <a:off x="1708716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FD0870DC-A8BC-3962-5DD2-EA101708EA85}"/>
                </a:ext>
              </a:extLst>
            </p:cNvPr>
            <p:cNvSpPr/>
            <p:nvPr/>
          </p:nvSpPr>
          <p:spPr>
            <a:xfrm>
              <a:off x="1708716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180C2149-7CDA-798B-822C-64D46FC72A22}"/>
                </a:ext>
              </a:extLst>
            </p:cNvPr>
            <p:cNvSpPr/>
            <p:nvPr/>
          </p:nvSpPr>
          <p:spPr>
            <a:xfrm>
              <a:off x="1708716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CBF6AFBD-4149-94DB-7E07-7CBBDF269E1A}"/>
                </a:ext>
              </a:extLst>
            </p:cNvPr>
            <p:cNvSpPr/>
            <p:nvPr/>
          </p:nvSpPr>
          <p:spPr>
            <a:xfrm>
              <a:off x="1708716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EB7EDB7B-E56F-1E46-DC2D-E800800E742E}"/>
                </a:ext>
              </a:extLst>
            </p:cNvPr>
            <p:cNvSpPr/>
            <p:nvPr/>
          </p:nvSpPr>
          <p:spPr>
            <a:xfrm>
              <a:off x="1708716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2C3BEA07-F3EE-74AF-50D4-BDDAD506095B}"/>
                </a:ext>
              </a:extLst>
            </p:cNvPr>
            <p:cNvSpPr/>
            <p:nvPr/>
          </p:nvSpPr>
          <p:spPr>
            <a:xfrm>
              <a:off x="1708716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43D1F9CA-E706-09A8-74EE-628AB32E82BA}"/>
                </a:ext>
              </a:extLst>
            </p:cNvPr>
            <p:cNvSpPr/>
            <p:nvPr/>
          </p:nvSpPr>
          <p:spPr>
            <a:xfrm>
              <a:off x="1708716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12B2BEE6-0359-9B20-685B-D6CD9C143897}"/>
                </a:ext>
              </a:extLst>
            </p:cNvPr>
            <p:cNvSpPr/>
            <p:nvPr/>
          </p:nvSpPr>
          <p:spPr>
            <a:xfrm>
              <a:off x="1708716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AEFE0EAB-02CF-5678-6250-271FF4ADDEBD}"/>
                </a:ext>
              </a:extLst>
            </p:cNvPr>
            <p:cNvSpPr/>
            <p:nvPr/>
          </p:nvSpPr>
          <p:spPr>
            <a:xfrm>
              <a:off x="1708716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383205B4-6E01-9414-44D0-CF1BCF013313}"/>
                </a:ext>
              </a:extLst>
            </p:cNvPr>
            <p:cNvSpPr/>
            <p:nvPr/>
          </p:nvSpPr>
          <p:spPr>
            <a:xfrm>
              <a:off x="1708716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9C559F82-6DFD-14F8-486D-7AAC49084261}"/>
                </a:ext>
              </a:extLst>
            </p:cNvPr>
            <p:cNvSpPr/>
            <p:nvPr/>
          </p:nvSpPr>
          <p:spPr>
            <a:xfrm>
              <a:off x="1708716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5E7F0840-AEB2-4529-AC74-8015AE4A0FD1}"/>
                </a:ext>
              </a:extLst>
            </p:cNvPr>
            <p:cNvSpPr/>
            <p:nvPr/>
          </p:nvSpPr>
          <p:spPr>
            <a:xfrm>
              <a:off x="1708716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B5F89DBA-2F5D-EDD5-47FB-8EF611810CA1}"/>
                </a:ext>
              </a:extLst>
            </p:cNvPr>
            <p:cNvSpPr/>
            <p:nvPr/>
          </p:nvSpPr>
          <p:spPr>
            <a:xfrm>
              <a:off x="1890072" y="269988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52A4658D-7C6F-9BE4-8754-E4F55F92C3C9}"/>
                </a:ext>
              </a:extLst>
            </p:cNvPr>
            <p:cNvSpPr/>
            <p:nvPr/>
          </p:nvSpPr>
          <p:spPr>
            <a:xfrm>
              <a:off x="1890072" y="255828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9799F36B-1B13-BF34-1596-23500BA9EEBE}"/>
                </a:ext>
              </a:extLst>
            </p:cNvPr>
            <p:cNvSpPr/>
            <p:nvPr/>
          </p:nvSpPr>
          <p:spPr>
            <a:xfrm>
              <a:off x="1890072" y="24166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67D30131-5210-2DAB-290C-E86DDF5B0E6E}"/>
                </a:ext>
              </a:extLst>
            </p:cNvPr>
            <p:cNvSpPr/>
            <p:nvPr/>
          </p:nvSpPr>
          <p:spPr>
            <a:xfrm>
              <a:off x="1890072" y="227500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97102838-B794-1DFB-2BF7-77DCDAAD70B5}"/>
                </a:ext>
              </a:extLst>
            </p:cNvPr>
            <p:cNvSpPr/>
            <p:nvPr/>
          </p:nvSpPr>
          <p:spPr>
            <a:xfrm>
              <a:off x="1890072" y="213341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1EAE1A5D-9022-CCB9-0E7C-22789E518561}"/>
                </a:ext>
              </a:extLst>
            </p:cNvPr>
            <p:cNvSpPr/>
            <p:nvPr/>
          </p:nvSpPr>
          <p:spPr>
            <a:xfrm>
              <a:off x="1890072" y="199182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D5CA4E61-FA83-CD5F-E5B5-7529E94752EA}"/>
                </a:ext>
              </a:extLst>
            </p:cNvPr>
            <p:cNvSpPr/>
            <p:nvPr/>
          </p:nvSpPr>
          <p:spPr>
            <a:xfrm>
              <a:off x="1890072" y="185013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847B8DFF-6FB8-D535-8612-28A3FD8E0C64}"/>
                </a:ext>
              </a:extLst>
            </p:cNvPr>
            <p:cNvSpPr/>
            <p:nvPr/>
          </p:nvSpPr>
          <p:spPr>
            <a:xfrm>
              <a:off x="1890072" y="170854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BA9E8129-D961-5B40-9C73-B4842F83748A}"/>
                </a:ext>
              </a:extLst>
            </p:cNvPr>
            <p:cNvSpPr/>
            <p:nvPr/>
          </p:nvSpPr>
          <p:spPr>
            <a:xfrm>
              <a:off x="1890072" y="156694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F60A0A96-B5E1-E865-3A14-B963E320D429}"/>
                </a:ext>
              </a:extLst>
            </p:cNvPr>
            <p:cNvSpPr/>
            <p:nvPr/>
          </p:nvSpPr>
          <p:spPr>
            <a:xfrm>
              <a:off x="1890072" y="142526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F28704B1-4A93-F9A5-B8F7-6171441E9ED5}"/>
                </a:ext>
              </a:extLst>
            </p:cNvPr>
            <p:cNvSpPr/>
            <p:nvPr/>
          </p:nvSpPr>
          <p:spPr>
            <a:xfrm>
              <a:off x="1890072" y="128366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C7590544-2707-4391-6C7D-A6859F124E78}"/>
                </a:ext>
              </a:extLst>
            </p:cNvPr>
            <p:cNvSpPr/>
            <p:nvPr/>
          </p:nvSpPr>
          <p:spPr>
            <a:xfrm>
              <a:off x="1890072" y="114207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40247F8D-0457-A39F-24A0-32BBA8CD3C07}"/>
                </a:ext>
              </a:extLst>
            </p:cNvPr>
            <p:cNvSpPr/>
            <p:nvPr/>
          </p:nvSpPr>
          <p:spPr>
            <a:xfrm>
              <a:off x="1890072" y="100039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5ADB0F0D-E9A2-5BD5-BC93-80788E08F446}"/>
                </a:ext>
              </a:extLst>
            </p:cNvPr>
            <p:cNvSpPr/>
            <p:nvPr/>
          </p:nvSpPr>
          <p:spPr>
            <a:xfrm>
              <a:off x="1890072" y="85879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1ABB6F84-85E2-F262-3B46-72E28A6219A2}"/>
                </a:ext>
              </a:extLst>
            </p:cNvPr>
            <p:cNvSpPr/>
            <p:nvPr/>
          </p:nvSpPr>
          <p:spPr>
            <a:xfrm>
              <a:off x="1890072" y="71720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CB05E055-999E-3948-9260-BDE5175073BA}"/>
                </a:ext>
              </a:extLst>
            </p:cNvPr>
            <p:cNvSpPr/>
            <p:nvPr/>
          </p:nvSpPr>
          <p:spPr>
            <a:xfrm>
              <a:off x="1618038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B992EA0C-DB59-37C4-EA60-482A90179690}"/>
                </a:ext>
              </a:extLst>
            </p:cNvPr>
            <p:cNvSpPr/>
            <p:nvPr/>
          </p:nvSpPr>
          <p:spPr>
            <a:xfrm>
              <a:off x="1618038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939BF808-D602-7503-9BF4-37AD5C756E42}"/>
                </a:ext>
              </a:extLst>
            </p:cNvPr>
            <p:cNvSpPr/>
            <p:nvPr/>
          </p:nvSpPr>
          <p:spPr>
            <a:xfrm>
              <a:off x="1618038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DB4FCE40-DB8E-D102-1E33-CCA35EDB5380}"/>
                </a:ext>
              </a:extLst>
            </p:cNvPr>
            <p:cNvSpPr/>
            <p:nvPr/>
          </p:nvSpPr>
          <p:spPr>
            <a:xfrm>
              <a:off x="1618038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5EC88FEC-5D4B-5959-11D2-41B23FF1FAF0}"/>
                </a:ext>
              </a:extLst>
            </p:cNvPr>
            <p:cNvSpPr/>
            <p:nvPr/>
          </p:nvSpPr>
          <p:spPr>
            <a:xfrm>
              <a:off x="1618038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EDFEE4E6-64C2-BF1F-ACF0-3427B1BB5388}"/>
                </a:ext>
              </a:extLst>
            </p:cNvPr>
            <p:cNvSpPr/>
            <p:nvPr/>
          </p:nvSpPr>
          <p:spPr>
            <a:xfrm>
              <a:off x="1618038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4F2355D4-A5C0-C015-26B8-690FD652FDFE}"/>
                </a:ext>
              </a:extLst>
            </p:cNvPr>
            <p:cNvSpPr/>
            <p:nvPr/>
          </p:nvSpPr>
          <p:spPr>
            <a:xfrm>
              <a:off x="1618038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F91903A4-DEBA-57A0-EF90-DBEEA06A695E}"/>
                </a:ext>
              </a:extLst>
            </p:cNvPr>
            <p:cNvSpPr/>
            <p:nvPr/>
          </p:nvSpPr>
          <p:spPr>
            <a:xfrm>
              <a:off x="1618038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AE297F9B-CA96-1816-B7B4-B358780230A4}"/>
                </a:ext>
              </a:extLst>
            </p:cNvPr>
            <p:cNvSpPr/>
            <p:nvPr/>
          </p:nvSpPr>
          <p:spPr>
            <a:xfrm>
              <a:off x="1618038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82213854-548E-CB87-E41E-BD8B10DD3547}"/>
                </a:ext>
              </a:extLst>
            </p:cNvPr>
            <p:cNvSpPr/>
            <p:nvPr/>
          </p:nvSpPr>
          <p:spPr>
            <a:xfrm>
              <a:off x="1618038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55681461-BFEC-7DC5-B35F-F8F133268F5C}"/>
                </a:ext>
              </a:extLst>
            </p:cNvPr>
            <p:cNvSpPr/>
            <p:nvPr/>
          </p:nvSpPr>
          <p:spPr>
            <a:xfrm>
              <a:off x="1618038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B15A7BBC-807C-0988-6E22-109A87F9E29B}"/>
                </a:ext>
              </a:extLst>
            </p:cNvPr>
            <p:cNvSpPr/>
            <p:nvPr/>
          </p:nvSpPr>
          <p:spPr>
            <a:xfrm>
              <a:off x="1618038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113B2301-1C10-8E4F-6C37-92A3715D1F39}"/>
                </a:ext>
              </a:extLst>
            </p:cNvPr>
            <p:cNvSpPr/>
            <p:nvPr/>
          </p:nvSpPr>
          <p:spPr>
            <a:xfrm>
              <a:off x="1618038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B34EFBA9-F4C4-9E2A-2B26-CB4522D673DD}"/>
                </a:ext>
              </a:extLst>
            </p:cNvPr>
            <p:cNvSpPr/>
            <p:nvPr/>
          </p:nvSpPr>
          <p:spPr>
            <a:xfrm>
              <a:off x="1618038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23175231-5356-3B45-D492-3B0F1DAADB2F}"/>
                </a:ext>
              </a:extLst>
            </p:cNvPr>
            <p:cNvSpPr/>
            <p:nvPr/>
          </p:nvSpPr>
          <p:spPr>
            <a:xfrm>
              <a:off x="1618038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5" name="Graphic 4">
            <a:extLst>
              <a:ext uri="{FF2B5EF4-FFF2-40B4-BE49-F238E27FC236}">
                <a16:creationId xmlns:a16="http://schemas.microsoft.com/office/drawing/2014/main" id="{66E4327C-CB4D-0E7A-15CB-EF866EF66636}"/>
              </a:ext>
            </a:extLst>
          </p:cNvPr>
          <p:cNvGrpSpPr/>
          <p:nvPr/>
        </p:nvGrpSpPr>
        <p:grpSpPr>
          <a:xfrm>
            <a:off x="1608952" y="3114770"/>
            <a:ext cx="924951" cy="2152702"/>
            <a:chOff x="1608952" y="3114770"/>
            <a:chExt cx="924951" cy="215270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9780772-D27E-24E9-EE94-BB3BE93D13C7}"/>
                </a:ext>
              </a:extLst>
            </p:cNvPr>
            <p:cNvSpPr/>
            <p:nvPr/>
          </p:nvSpPr>
          <p:spPr>
            <a:xfrm>
              <a:off x="1608952" y="3114770"/>
              <a:ext cx="924951" cy="2152702"/>
            </a:xfrm>
            <a:custGeom>
              <a:avLst/>
              <a:gdLst>
                <a:gd name="connsiteX0" fmla="*/ 0 w 924951"/>
                <a:gd name="connsiteY0" fmla="*/ 0 h 2152702"/>
                <a:gd name="connsiteX1" fmla="*/ 924952 w 924951"/>
                <a:gd name="connsiteY1" fmla="*/ 0 h 2152702"/>
                <a:gd name="connsiteX2" fmla="*/ 924952 w 924951"/>
                <a:gd name="connsiteY2" fmla="*/ 2152703 h 2152702"/>
                <a:gd name="connsiteX3" fmla="*/ 0 w 924951"/>
                <a:gd name="connsiteY3" fmla="*/ 2152703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2152702">
                  <a:moveTo>
                    <a:pt x="0" y="0"/>
                  </a:moveTo>
                  <a:lnTo>
                    <a:pt x="924952" y="0"/>
                  </a:lnTo>
                  <a:lnTo>
                    <a:pt x="924952" y="2152703"/>
                  </a:lnTo>
                  <a:lnTo>
                    <a:pt x="0" y="2152703"/>
                  </a:lnTo>
                  <a:close/>
                </a:path>
              </a:pathLst>
            </a:custGeom>
            <a:solidFill>
              <a:srgbClr val="555555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90BA639C-AD4B-740D-4E3C-553F8622E6E6}"/>
                </a:ext>
              </a:extLst>
            </p:cNvPr>
            <p:cNvSpPr/>
            <p:nvPr/>
          </p:nvSpPr>
          <p:spPr>
            <a:xfrm>
              <a:off x="2434140" y="511166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02098C45-E488-568C-FA82-80940E67D858}"/>
                </a:ext>
              </a:extLst>
            </p:cNvPr>
            <p:cNvSpPr/>
            <p:nvPr/>
          </p:nvSpPr>
          <p:spPr>
            <a:xfrm>
              <a:off x="2434140" y="496998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13CABDE3-B473-D2F6-5373-760BA61FC1D0}"/>
                </a:ext>
              </a:extLst>
            </p:cNvPr>
            <p:cNvSpPr/>
            <p:nvPr/>
          </p:nvSpPr>
          <p:spPr>
            <a:xfrm>
              <a:off x="2434140" y="482838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AAF4CA8B-32F5-4F76-03C3-9A74BA72C515}"/>
                </a:ext>
              </a:extLst>
            </p:cNvPr>
            <p:cNvSpPr/>
            <p:nvPr/>
          </p:nvSpPr>
          <p:spPr>
            <a:xfrm>
              <a:off x="2434140" y="468679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69BD8BAD-DF01-52A5-1C84-2226302E1B74}"/>
                </a:ext>
              </a:extLst>
            </p:cNvPr>
            <p:cNvSpPr/>
            <p:nvPr/>
          </p:nvSpPr>
          <p:spPr>
            <a:xfrm>
              <a:off x="2434140" y="454519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64ACBDE7-D15F-55F0-ED96-844EA0C9503A}"/>
                </a:ext>
              </a:extLst>
            </p:cNvPr>
            <p:cNvSpPr/>
            <p:nvPr/>
          </p:nvSpPr>
          <p:spPr>
            <a:xfrm>
              <a:off x="2434140" y="440351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C111D388-DE26-9901-C0B4-709A9A025D7E}"/>
                </a:ext>
              </a:extLst>
            </p:cNvPr>
            <p:cNvSpPr/>
            <p:nvPr/>
          </p:nvSpPr>
          <p:spPr>
            <a:xfrm>
              <a:off x="2434140" y="426191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8DD38013-5871-8351-CD89-A7EAAD45C74A}"/>
                </a:ext>
              </a:extLst>
            </p:cNvPr>
            <p:cNvSpPr/>
            <p:nvPr/>
          </p:nvSpPr>
          <p:spPr>
            <a:xfrm>
              <a:off x="2434140" y="412032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E2FEB02F-3C8E-2EAB-B5B8-8306430C41EF}"/>
                </a:ext>
              </a:extLst>
            </p:cNvPr>
            <p:cNvSpPr/>
            <p:nvPr/>
          </p:nvSpPr>
          <p:spPr>
            <a:xfrm>
              <a:off x="2434140" y="397864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7FD7A050-3DD6-D8E5-98C3-830E66CEDD76}"/>
                </a:ext>
              </a:extLst>
            </p:cNvPr>
            <p:cNvSpPr/>
            <p:nvPr/>
          </p:nvSpPr>
          <p:spPr>
            <a:xfrm>
              <a:off x="2434140" y="383704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AD248D75-3BF6-46AE-7BE0-467FE2CCAD49}"/>
                </a:ext>
              </a:extLst>
            </p:cNvPr>
            <p:cNvSpPr/>
            <p:nvPr/>
          </p:nvSpPr>
          <p:spPr>
            <a:xfrm>
              <a:off x="2434140" y="369545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79BEE488-70D3-964D-486F-67D50AD791E7}"/>
                </a:ext>
              </a:extLst>
            </p:cNvPr>
            <p:cNvSpPr/>
            <p:nvPr/>
          </p:nvSpPr>
          <p:spPr>
            <a:xfrm>
              <a:off x="2434140" y="355376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11C5196C-34A4-A4ED-C057-668B674635EA}"/>
                </a:ext>
              </a:extLst>
            </p:cNvPr>
            <p:cNvSpPr/>
            <p:nvPr/>
          </p:nvSpPr>
          <p:spPr>
            <a:xfrm>
              <a:off x="2434140" y="341217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0C59FD32-BB43-4C9D-008E-031E961647F5}"/>
                </a:ext>
              </a:extLst>
            </p:cNvPr>
            <p:cNvSpPr/>
            <p:nvPr/>
          </p:nvSpPr>
          <p:spPr>
            <a:xfrm>
              <a:off x="2434140" y="327057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B66797A8-EBC2-FEC0-F46C-8042D71E8BFB}"/>
                </a:ext>
              </a:extLst>
            </p:cNvPr>
            <p:cNvSpPr/>
            <p:nvPr/>
          </p:nvSpPr>
          <p:spPr>
            <a:xfrm>
              <a:off x="2434140" y="31288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E892E8BF-FF26-1C2E-2020-61225F82EED8}"/>
                </a:ext>
              </a:extLst>
            </p:cNvPr>
            <p:cNvSpPr/>
            <p:nvPr/>
          </p:nvSpPr>
          <p:spPr>
            <a:xfrm>
              <a:off x="2252784" y="511166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6720ACEC-A34D-757A-CC55-9E1E5729B560}"/>
                </a:ext>
              </a:extLst>
            </p:cNvPr>
            <p:cNvSpPr/>
            <p:nvPr/>
          </p:nvSpPr>
          <p:spPr>
            <a:xfrm>
              <a:off x="2252784" y="496998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8E2C8E2C-86E4-B82E-4C3E-C0F1B02D2C67}"/>
                </a:ext>
              </a:extLst>
            </p:cNvPr>
            <p:cNvSpPr/>
            <p:nvPr/>
          </p:nvSpPr>
          <p:spPr>
            <a:xfrm>
              <a:off x="2252784" y="482838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B7A5E80B-8622-8526-AB95-269679F403EA}"/>
                </a:ext>
              </a:extLst>
            </p:cNvPr>
            <p:cNvSpPr/>
            <p:nvPr/>
          </p:nvSpPr>
          <p:spPr>
            <a:xfrm>
              <a:off x="2252784" y="468679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64F3D2CE-D133-C933-31C7-8FDA36D7ACC5}"/>
                </a:ext>
              </a:extLst>
            </p:cNvPr>
            <p:cNvSpPr/>
            <p:nvPr/>
          </p:nvSpPr>
          <p:spPr>
            <a:xfrm>
              <a:off x="2252784" y="454519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263E0415-73EA-AF47-9072-D643463A6C2E}"/>
                </a:ext>
              </a:extLst>
            </p:cNvPr>
            <p:cNvSpPr/>
            <p:nvPr/>
          </p:nvSpPr>
          <p:spPr>
            <a:xfrm>
              <a:off x="2252784" y="440351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251A4E98-A803-BAF6-5092-EB45DEFCD80F}"/>
                </a:ext>
              </a:extLst>
            </p:cNvPr>
            <p:cNvSpPr/>
            <p:nvPr/>
          </p:nvSpPr>
          <p:spPr>
            <a:xfrm>
              <a:off x="2252784" y="426191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3897C43F-A13B-A4E9-6DC3-88C0A0B67F12}"/>
                </a:ext>
              </a:extLst>
            </p:cNvPr>
            <p:cNvSpPr/>
            <p:nvPr/>
          </p:nvSpPr>
          <p:spPr>
            <a:xfrm>
              <a:off x="2252784" y="412032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AB644ABF-7143-9C6A-C4D9-B05F924E27AE}"/>
                </a:ext>
              </a:extLst>
            </p:cNvPr>
            <p:cNvSpPr/>
            <p:nvPr/>
          </p:nvSpPr>
          <p:spPr>
            <a:xfrm>
              <a:off x="2252784" y="397864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178A02C2-2CBC-30B8-C2DF-D5F5A945D18B}"/>
                </a:ext>
              </a:extLst>
            </p:cNvPr>
            <p:cNvSpPr/>
            <p:nvPr/>
          </p:nvSpPr>
          <p:spPr>
            <a:xfrm>
              <a:off x="2252784" y="383704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E725DC17-6914-4028-4357-8987B027C89E}"/>
                </a:ext>
              </a:extLst>
            </p:cNvPr>
            <p:cNvSpPr/>
            <p:nvPr/>
          </p:nvSpPr>
          <p:spPr>
            <a:xfrm>
              <a:off x="2252784" y="369545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DE1927DD-F20B-A9B1-7FB6-DA5CDDF25BEC}"/>
                </a:ext>
              </a:extLst>
            </p:cNvPr>
            <p:cNvSpPr/>
            <p:nvPr/>
          </p:nvSpPr>
          <p:spPr>
            <a:xfrm>
              <a:off x="2252784" y="355376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C3CB92EA-D14F-80CB-B13D-C202C8A3D155}"/>
                </a:ext>
              </a:extLst>
            </p:cNvPr>
            <p:cNvSpPr/>
            <p:nvPr/>
          </p:nvSpPr>
          <p:spPr>
            <a:xfrm>
              <a:off x="2252784" y="341217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734C83AE-AF79-7CCF-7935-0B247DFE6D04}"/>
                </a:ext>
              </a:extLst>
            </p:cNvPr>
            <p:cNvSpPr/>
            <p:nvPr/>
          </p:nvSpPr>
          <p:spPr>
            <a:xfrm>
              <a:off x="2252784" y="327057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F2620C6A-9CFB-9EA9-216B-424E83DDB5D6}"/>
                </a:ext>
              </a:extLst>
            </p:cNvPr>
            <p:cNvSpPr/>
            <p:nvPr/>
          </p:nvSpPr>
          <p:spPr>
            <a:xfrm>
              <a:off x="2252784" y="31288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89CFEAAA-895E-8392-A837-CB460C22A1E6}"/>
                </a:ext>
              </a:extLst>
            </p:cNvPr>
            <p:cNvSpPr/>
            <p:nvPr/>
          </p:nvSpPr>
          <p:spPr>
            <a:xfrm>
              <a:off x="1708716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5F0F4168-6841-AF53-2867-E3617888CB0C}"/>
                </a:ext>
              </a:extLst>
            </p:cNvPr>
            <p:cNvSpPr/>
            <p:nvPr/>
          </p:nvSpPr>
          <p:spPr>
            <a:xfrm>
              <a:off x="1708716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58688616-8689-8EB4-5ED3-2E990FC2CDEE}"/>
                </a:ext>
              </a:extLst>
            </p:cNvPr>
            <p:cNvSpPr/>
            <p:nvPr/>
          </p:nvSpPr>
          <p:spPr>
            <a:xfrm>
              <a:off x="1708716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92A91305-77F7-6A35-8D44-735886E541CE}"/>
                </a:ext>
              </a:extLst>
            </p:cNvPr>
            <p:cNvSpPr/>
            <p:nvPr/>
          </p:nvSpPr>
          <p:spPr>
            <a:xfrm>
              <a:off x="1708716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85C14688-AA1E-4367-BA79-AC44F166CCDB}"/>
                </a:ext>
              </a:extLst>
            </p:cNvPr>
            <p:cNvSpPr/>
            <p:nvPr/>
          </p:nvSpPr>
          <p:spPr>
            <a:xfrm>
              <a:off x="1708716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F44A6417-0621-1F12-85A4-F37A361269D0}"/>
                </a:ext>
              </a:extLst>
            </p:cNvPr>
            <p:cNvSpPr/>
            <p:nvPr/>
          </p:nvSpPr>
          <p:spPr>
            <a:xfrm>
              <a:off x="1708716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E019A675-6724-86F5-61A5-995D3558E3FB}"/>
                </a:ext>
              </a:extLst>
            </p:cNvPr>
            <p:cNvSpPr/>
            <p:nvPr/>
          </p:nvSpPr>
          <p:spPr>
            <a:xfrm>
              <a:off x="1708716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310BF766-F434-E506-C0C4-A9EAD7AA1D35}"/>
                </a:ext>
              </a:extLst>
            </p:cNvPr>
            <p:cNvSpPr/>
            <p:nvPr/>
          </p:nvSpPr>
          <p:spPr>
            <a:xfrm>
              <a:off x="1708716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3CD2C09D-E9C5-2417-346B-7104ADA02D28}"/>
                </a:ext>
              </a:extLst>
            </p:cNvPr>
            <p:cNvSpPr/>
            <p:nvPr/>
          </p:nvSpPr>
          <p:spPr>
            <a:xfrm>
              <a:off x="1708716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35F6E25C-324E-4C1C-01FC-807007880315}"/>
                </a:ext>
              </a:extLst>
            </p:cNvPr>
            <p:cNvSpPr/>
            <p:nvPr/>
          </p:nvSpPr>
          <p:spPr>
            <a:xfrm>
              <a:off x="1708716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E9F443C5-2EE9-7F3F-F42B-E3DE7BF846CD}"/>
                </a:ext>
              </a:extLst>
            </p:cNvPr>
            <p:cNvSpPr/>
            <p:nvPr/>
          </p:nvSpPr>
          <p:spPr>
            <a:xfrm>
              <a:off x="1708716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45AD718C-7975-6230-C529-14A8AE38D355}"/>
                </a:ext>
              </a:extLst>
            </p:cNvPr>
            <p:cNvSpPr/>
            <p:nvPr/>
          </p:nvSpPr>
          <p:spPr>
            <a:xfrm>
              <a:off x="1708716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7E79460F-6109-639A-F710-AC461455146A}"/>
                </a:ext>
              </a:extLst>
            </p:cNvPr>
            <p:cNvSpPr/>
            <p:nvPr/>
          </p:nvSpPr>
          <p:spPr>
            <a:xfrm>
              <a:off x="1708716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549C332C-3C02-B268-25C4-6A197F1D061D}"/>
                </a:ext>
              </a:extLst>
            </p:cNvPr>
            <p:cNvSpPr/>
            <p:nvPr/>
          </p:nvSpPr>
          <p:spPr>
            <a:xfrm>
              <a:off x="1708716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A5EB5DCB-A027-5C71-571C-017C282DBD30}"/>
                </a:ext>
              </a:extLst>
            </p:cNvPr>
            <p:cNvSpPr/>
            <p:nvPr/>
          </p:nvSpPr>
          <p:spPr>
            <a:xfrm>
              <a:off x="1708716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FFC561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7DEE4EF9-EF91-DEDC-E35C-DB213E0DC20B}"/>
                </a:ext>
              </a:extLst>
            </p:cNvPr>
            <p:cNvSpPr/>
            <p:nvPr/>
          </p:nvSpPr>
          <p:spPr>
            <a:xfrm>
              <a:off x="2343462" y="511166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95917724-0950-30E8-5DFD-D4CBAEF62907}"/>
                </a:ext>
              </a:extLst>
            </p:cNvPr>
            <p:cNvSpPr/>
            <p:nvPr/>
          </p:nvSpPr>
          <p:spPr>
            <a:xfrm>
              <a:off x="2343462" y="496998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0D6F5A8E-2F78-8A4E-B3F8-14E391BD00AE}"/>
                </a:ext>
              </a:extLst>
            </p:cNvPr>
            <p:cNvSpPr/>
            <p:nvPr/>
          </p:nvSpPr>
          <p:spPr>
            <a:xfrm>
              <a:off x="2343462" y="482838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6D412FFA-0ADC-3613-28B1-7E2480E50169}"/>
                </a:ext>
              </a:extLst>
            </p:cNvPr>
            <p:cNvSpPr/>
            <p:nvPr/>
          </p:nvSpPr>
          <p:spPr>
            <a:xfrm>
              <a:off x="2343462" y="468679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E205FAF5-2856-340D-EF61-78F87CBC2662}"/>
                </a:ext>
              </a:extLst>
            </p:cNvPr>
            <p:cNvSpPr/>
            <p:nvPr/>
          </p:nvSpPr>
          <p:spPr>
            <a:xfrm>
              <a:off x="2343462" y="454519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678B5D51-C23D-E0DC-0341-BB082EF42832}"/>
                </a:ext>
              </a:extLst>
            </p:cNvPr>
            <p:cNvSpPr/>
            <p:nvPr/>
          </p:nvSpPr>
          <p:spPr>
            <a:xfrm>
              <a:off x="2343462" y="440351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E7D6BAC7-C84B-B7B8-D12F-4EDED16552D4}"/>
                </a:ext>
              </a:extLst>
            </p:cNvPr>
            <p:cNvSpPr/>
            <p:nvPr/>
          </p:nvSpPr>
          <p:spPr>
            <a:xfrm>
              <a:off x="2343462" y="426191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9FDE1DAC-DC84-EFDD-872D-AD7EBC013F96}"/>
                </a:ext>
              </a:extLst>
            </p:cNvPr>
            <p:cNvSpPr/>
            <p:nvPr/>
          </p:nvSpPr>
          <p:spPr>
            <a:xfrm>
              <a:off x="2343462" y="412032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09063D75-0740-B053-A860-4E92CF8A837B}"/>
                </a:ext>
              </a:extLst>
            </p:cNvPr>
            <p:cNvSpPr/>
            <p:nvPr/>
          </p:nvSpPr>
          <p:spPr>
            <a:xfrm>
              <a:off x="2343462" y="397864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77BE0F0A-AA69-50E0-857D-6C567FB68E68}"/>
                </a:ext>
              </a:extLst>
            </p:cNvPr>
            <p:cNvSpPr/>
            <p:nvPr/>
          </p:nvSpPr>
          <p:spPr>
            <a:xfrm>
              <a:off x="2343462" y="383704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8782BC62-94FA-7229-21E3-AE01F5322A43}"/>
                </a:ext>
              </a:extLst>
            </p:cNvPr>
            <p:cNvSpPr/>
            <p:nvPr/>
          </p:nvSpPr>
          <p:spPr>
            <a:xfrm>
              <a:off x="2343462" y="369545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8465340C-E4C8-489E-18D5-8D6BB2449143}"/>
                </a:ext>
              </a:extLst>
            </p:cNvPr>
            <p:cNvSpPr/>
            <p:nvPr/>
          </p:nvSpPr>
          <p:spPr>
            <a:xfrm>
              <a:off x="2343462" y="355376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5891AA81-011E-442F-D079-6386577CA002}"/>
                </a:ext>
              </a:extLst>
            </p:cNvPr>
            <p:cNvSpPr/>
            <p:nvPr/>
          </p:nvSpPr>
          <p:spPr>
            <a:xfrm>
              <a:off x="2343462" y="341217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47A7882E-BB9B-7D38-07EA-5EB997122DF9}"/>
                </a:ext>
              </a:extLst>
            </p:cNvPr>
            <p:cNvSpPr/>
            <p:nvPr/>
          </p:nvSpPr>
          <p:spPr>
            <a:xfrm>
              <a:off x="2343462" y="327057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D583D3E4-7973-4148-0515-45092B1008A3}"/>
                </a:ext>
              </a:extLst>
            </p:cNvPr>
            <p:cNvSpPr/>
            <p:nvPr/>
          </p:nvSpPr>
          <p:spPr>
            <a:xfrm>
              <a:off x="2343462" y="31288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592BFCBE-44E3-6B72-4E7B-A600A82C3EF7}"/>
                </a:ext>
              </a:extLst>
            </p:cNvPr>
            <p:cNvSpPr/>
            <p:nvPr/>
          </p:nvSpPr>
          <p:spPr>
            <a:xfrm>
              <a:off x="1980750" y="511166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6675DAC2-F68A-6852-3B82-6D3BB814C9ED}"/>
                </a:ext>
              </a:extLst>
            </p:cNvPr>
            <p:cNvSpPr/>
            <p:nvPr/>
          </p:nvSpPr>
          <p:spPr>
            <a:xfrm>
              <a:off x="1980750" y="496998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A810ACFF-AD7B-E02E-B73B-EC8C2D2A4FFC}"/>
                </a:ext>
              </a:extLst>
            </p:cNvPr>
            <p:cNvSpPr/>
            <p:nvPr/>
          </p:nvSpPr>
          <p:spPr>
            <a:xfrm>
              <a:off x="1980750" y="482838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31A0EDBE-35D1-AB2D-232E-CB62A71C8B6D}"/>
                </a:ext>
              </a:extLst>
            </p:cNvPr>
            <p:cNvSpPr/>
            <p:nvPr/>
          </p:nvSpPr>
          <p:spPr>
            <a:xfrm>
              <a:off x="1980750" y="468679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599F6FF0-653B-A7F4-4E11-77E087C47AA7}"/>
                </a:ext>
              </a:extLst>
            </p:cNvPr>
            <p:cNvSpPr/>
            <p:nvPr/>
          </p:nvSpPr>
          <p:spPr>
            <a:xfrm>
              <a:off x="1980750" y="454519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9DF5021C-7A83-3A54-1C0B-E187F5116B9F}"/>
                </a:ext>
              </a:extLst>
            </p:cNvPr>
            <p:cNvSpPr/>
            <p:nvPr/>
          </p:nvSpPr>
          <p:spPr>
            <a:xfrm>
              <a:off x="1980750" y="440351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85AEAA61-871B-DB7F-44AE-45594EA77E63}"/>
                </a:ext>
              </a:extLst>
            </p:cNvPr>
            <p:cNvSpPr/>
            <p:nvPr/>
          </p:nvSpPr>
          <p:spPr>
            <a:xfrm>
              <a:off x="1980750" y="426191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33852D71-1D8E-6B41-E26C-454666181024}"/>
                </a:ext>
              </a:extLst>
            </p:cNvPr>
            <p:cNvSpPr/>
            <p:nvPr/>
          </p:nvSpPr>
          <p:spPr>
            <a:xfrm>
              <a:off x="1980750" y="412032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884101E4-C591-9838-F9A7-1FDE520D1FE1}"/>
                </a:ext>
              </a:extLst>
            </p:cNvPr>
            <p:cNvSpPr/>
            <p:nvPr/>
          </p:nvSpPr>
          <p:spPr>
            <a:xfrm>
              <a:off x="1980750" y="397864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AEE33EB3-B243-1770-7C24-A8D6D739A150}"/>
                </a:ext>
              </a:extLst>
            </p:cNvPr>
            <p:cNvSpPr/>
            <p:nvPr/>
          </p:nvSpPr>
          <p:spPr>
            <a:xfrm>
              <a:off x="1980750" y="383704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77D02722-8121-717E-A197-2CECE16C9112}"/>
                </a:ext>
              </a:extLst>
            </p:cNvPr>
            <p:cNvSpPr/>
            <p:nvPr/>
          </p:nvSpPr>
          <p:spPr>
            <a:xfrm>
              <a:off x="1980750" y="369545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D1713840-3AC9-92DB-D34F-3476C97B905E}"/>
                </a:ext>
              </a:extLst>
            </p:cNvPr>
            <p:cNvSpPr/>
            <p:nvPr/>
          </p:nvSpPr>
          <p:spPr>
            <a:xfrm>
              <a:off x="1980750" y="355376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F0456E0D-5F83-EC2A-2DBE-65004F3BA8B3}"/>
                </a:ext>
              </a:extLst>
            </p:cNvPr>
            <p:cNvSpPr/>
            <p:nvPr/>
          </p:nvSpPr>
          <p:spPr>
            <a:xfrm>
              <a:off x="1980750" y="341217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A5891F92-D5E6-3998-4621-685C8EBE849F}"/>
                </a:ext>
              </a:extLst>
            </p:cNvPr>
            <p:cNvSpPr/>
            <p:nvPr/>
          </p:nvSpPr>
          <p:spPr>
            <a:xfrm>
              <a:off x="1980750" y="327057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87619EAB-3378-2A7C-7678-6BF14681E109}"/>
                </a:ext>
              </a:extLst>
            </p:cNvPr>
            <p:cNvSpPr/>
            <p:nvPr/>
          </p:nvSpPr>
          <p:spPr>
            <a:xfrm>
              <a:off x="1980750" y="31288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AB858BFD-34C9-ABC7-9B19-B85396C984B2}"/>
                </a:ext>
              </a:extLst>
            </p:cNvPr>
            <p:cNvSpPr/>
            <p:nvPr/>
          </p:nvSpPr>
          <p:spPr>
            <a:xfrm>
              <a:off x="2162106" y="511166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93E485CD-94B1-1057-3075-6834231ABBC7}"/>
                </a:ext>
              </a:extLst>
            </p:cNvPr>
            <p:cNvSpPr/>
            <p:nvPr/>
          </p:nvSpPr>
          <p:spPr>
            <a:xfrm>
              <a:off x="2162106" y="496998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1EB28EF4-5081-A95D-1DA0-8EE409B4A147}"/>
                </a:ext>
              </a:extLst>
            </p:cNvPr>
            <p:cNvSpPr/>
            <p:nvPr/>
          </p:nvSpPr>
          <p:spPr>
            <a:xfrm>
              <a:off x="2162106" y="482838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422ECA5D-C4CE-803D-7D09-79D3A1A115B5}"/>
                </a:ext>
              </a:extLst>
            </p:cNvPr>
            <p:cNvSpPr/>
            <p:nvPr/>
          </p:nvSpPr>
          <p:spPr>
            <a:xfrm>
              <a:off x="2162106" y="468679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37F45B01-D79B-B8DE-EBFD-FD51F8461705}"/>
                </a:ext>
              </a:extLst>
            </p:cNvPr>
            <p:cNvSpPr/>
            <p:nvPr/>
          </p:nvSpPr>
          <p:spPr>
            <a:xfrm>
              <a:off x="2162106" y="454519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2EFA2129-E509-9C4B-450A-2378EFA80804}"/>
                </a:ext>
              </a:extLst>
            </p:cNvPr>
            <p:cNvSpPr/>
            <p:nvPr/>
          </p:nvSpPr>
          <p:spPr>
            <a:xfrm>
              <a:off x="2162106" y="440351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1D29BAD7-41DA-C083-EDE7-1087B20B8D5A}"/>
                </a:ext>
              </a:extLst>
            </p:cNvPr>
            <p:cNvSpPr/>
            <p:nvPr/>
          </p:nvSpPr>
          <p:spPr>
            <a:xfrm>
              <a:off x="2162106" y="426191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2A91F6FF-1A4F-E863-398D-77085F1221CA}"/>
                </a:ext>
              </a:extLst>
            </p:cNvPr>
            <p:cNvSpPr/>
            <p:nvPr/>
          </p:nvSpPr>
          <p:spPr>
            <a:xfrm>
              <a:off x="2162106" y="412032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E85541A3-4A34-B756-1264-30AA18AE03F6}"/>
                </a:ext>
              </a:extLst>
            </p:cNvPr>
            <p:cNvSpPr/>
            <p:nvPr/>
          </p:nvSpPr>
          <p:spPr>
            <a:xfrm>
              <a:off x="2162106" y="397864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B9834CA8-F367-91A1-8B4D-2F55F2DCF2B9}"/>
                </a:ext>
              </a:extLst>
            </p:cNvPr>
            <p:cNvSpPr/>
            <p:nvPr/>
          </p:nvSpPr>
          <p:spPr>
            <a:xfrm>
              <a:off x="2162106" y="383704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6B9A5A71-35D4-E4D5-53EC-59D9C9F61776}"/>
                </a:ext>
              </a:extLst>
            </p:cNvPr>
            <p:cNvSpPr/>
            <p:nvPr/>
          </p:nvSpPr>
          <p:spPr>
            <a:xfrm>
              <a:off x="2162106" y="369545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5C8AA8C4-87AA-3EB2-9151-DFC935D4D423}"/>
                </a:ext>
              </a:extLst>
            </p:cNvPr>
            <p:cNvSpPr/>
            <p:nvPr/>
          </p:nvSpPr>
          <p:spPr>
            <a:xfrm>
              <a:off x="2162106" y="355376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AA1324CA-667B-2228-A004-3C8A9AB524AC}"/>
                </a:ext>
              </a:extLst>
            </p:cNvPr>
            <p:cNvSpPr/>
            <p:nvPr/>
          </p:nvSpPr>
          <p:spPr>
            <a:xfrm>
              <a:off x="2162106" y="341217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129B258C-4521-9CCC-7DAF-68E3A4289B5D}"/>
                </a:ext>
              </a:extLst>
            </p:cNvPr>
            <p:cNvSpPr/>
            <p:nvPr/>
          </p:nvSpPr>
          <p:spPr>
            <a:xfrm>
              <a:off x="2162106" y="327057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29ED14A9-A3CD-0DF9-ABFE-2F66642760D2}"/>
                </a:ext>
              </a:extLst>
            </p:cNvPr>
            <p:cNvSpPr/>
            <p:nvPr/>
          </p:nvSpPr>
          <p:spPr>
            <a:xfrm>
              <a:off x="2162106" y="31288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6264BDAF-4988-9A2A-3FC9-A69C21D462B6}"/>
                </a:ext>
              </a:extLst>
            </p:cNvPr>
            <p:cNvSpPr/>
            <p:nvPr/>
          </p:nvSpPr>
          <p:spPr>
            <a:xfrm>
              <a:off x="1890072" y="511166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4E1B735D-2C48-EE42-1B89-FB438D18CC1B}"/>
                </a:ext>
              </a:extLst>
            </p:cNvPr>
            <p:cNvSpPr/>
            <p:nvPr/>
          </p:nvSpPr>
          <p:spPr>
            <a:xfrm>
              <a:off x="1890072" y="496998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5 h 141594"/>
                <a:gd name="connsiteX3" fmla="*/ 0 w 90678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6B95771A-DD9E-068E-0E04-1590390B0A67}"/>
                </a:ext>
              </a:extLst>
            </p:cNvPr>
            <p:cNvSpPr/>
            <p:nvPr/>
          </p:nvSpPr>
          <p:spPr>
            <a:xfrm>
              <a:off x="1890072" y="482838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2D5497CE-6C2E-0743-BAAC-37758A95DDAC}"/>
                </a:ext>
              </a:extLst>
            </p:cNvPr>
            <p:cNvSpPr/>
            <p:nvPr/>
          </p:nvSpPr>
          <p:spPr>
            <a:xfrm>
              <a:off x="1890072" y="4686792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5620FA1F-6419-E326-EFA3-15B2D78C6734}"/>
                </a:ext>
              </a:extLst>
            </p:cNvPr>
            <p:cNvSpPr/>
            <p:nvPr/>
          </p:nvSpPr>
          <p:spPr>
            <a:xfrm>
              <a:off x="1890072" y="454519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C03071E5-C3E3-BA9C-2E27-F7A74A6A5D94}"/>
                </a:ext>
              </a:extLst>
            </p:cNvPr>
            <p:cNvSpPr/>
            <p:nvPr/>
          </p:nvSpPr>
          <p:spPr>
            <a:xfrm>
              <a:off x="1890072" y="440351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7BE802A1-B842-12BD-4336-4F3D0E8F8454}"/>
                </a:ext>
              </a:extLst>
            </p:cNvPr>
            <p:cNvSpPr/>
            <p:nvPr/>
          </p:nvSpPr>
          <p:spPr>
            <a:xfrm>
              <a:off x="1890072" y="4261919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BE4BF3E6-4902-3B8D-33BF-23F3FF3E59F7}"/>
                </a:ext>
              </a:extLst>
            </p:cNvPr>
            <p:cNvSpPr/>
            <p:nvPr/>
          </p:nvSpPr>
          <p:spPr>
            <a:xfrm>
              <a:off x="1890072" y="4120325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C910F176-73B3-7F82-77BF-C62C2BB1CEDA}"/>
                </a:ext>
              </a:extLst>
            </p:cNvPr>
            <p:cNvSpPr/>
            <p:nvPr/>
          </p:nvSpPr>
          <p:spPr>
            <a:xfrm>
              <a:off x="1890072" y="3978640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3AAA7337-DFB1-5267-16B0-7F78B3899898}"/>
                </a:ext>
              </a:extLst>
            </p:cNvPr>
            <p:cNvSpPr/>
            <p:nvPr/>
          </p:nvSpPr>
          <p:spPr>
            <a:xfrm>
              <a:off x="1890072" y="3837046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389FF174-55B5-BA94-6B7B-D3715519D100}"/>
                </a:ext>
              </a:extLst>
            </p:cNvPr>
            <p:cNvSpPr/>
            <p:nvPr/>
          </p:nvSpPr>
          <p:spPr>
            <a:xfrm>
              <a:off x="1890072" y="3695451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37D70E90-D1D4-C8A4-B74F-B6CD6AB46A53}"/>
                </a:ext>
              </a:extLst>
            </p:cNvPr>
            <p:cNvSpPr/>
            <p:nvPr/>
          </p:nvSpPr>
          <p:spPr>
            <a:xfrm>
              <a:off x="1890072" y="3553767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BC52893E-A164-CBF9-0E5F-E6E76BE803B1}"/>
                </a:ext>
              </a:extLst>
            </p:cNvPr>
            <p:cNvSpPr/>
            <p:nvPr/>
          </p:nvSpPr>
          <p:spPr>
            <a:xfrm>
              <a:off x="1890072" y="3412173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3D1C8E8C-B0F1-C39A-E998-478E0706FF6A}"/>
                </a:ext>
              </a:extLst>
            </p:cNvPr>
            <p:cNvSpPr/>
            <p:nvPr/>
          </p:nvSpPr>
          <p:spPr>
            <a:xfrm>
              <a:off x="1890072" y="3270578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70F902D7-5006-CF58-4BF1-8AAD1224D2CC}"/>
                </a:ext>
              </a:extLst>
            </p:cNvPr>
            <p:cNvSpPr/>
            <p:nvPr/>
          </p:nvSpPr>
          <p:spPr>
            <a:xfrm>
              <a:off x="1890072" y="3128894"/>
              <a:ext cx="90678" cy="141594"/>
            </a:xfrm>
            <a:custGeom>
              <a:avLst/>
              <a:gdLst>
                <a:gd name="connsiteX0" fmla="*/ 0 w 90678"/>
                <a:gd name="connsiteY0" fmla="*/ 0 h 141594"/>
                <a:gd name="connsiteX1" fmla="*/ 90678 w 90678"/>
                <a:gd name="connsiteY1" fmla="*/ 0 h 141594"/>
                <a:gd name="connsiteX2" fmla="*/ 90678 w 90678"/>
                <a:gd name="connsiteY2" fmla="*/ 141594 h 141594"/>
                <a:gd name="connsiteX3" fmla="*/ 0 w 90678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8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2" name="Graphic 4">
            <a:extLst>
              <a:ext uri="{FF2B5EF4-FFF2-40B4-BE49-F238E27FC236}">
                <a16:creationId xmlns:a16="http://schemas.microsoft.com/office/drawing/2014/main" id="{D604F985-33A1-F8DD-231D-BC8C73DB0EE0}"/>
              </a:ext>
            </a:extLst>
          </p:cNvPr>
          <p:cNvGrpSpPr/>
          <p:nvPr/>
        </p:nvGrpSpPr>
        <p:grpSpPr>
          <a:xfrm>
            <a:off x="2596694" y="702988"/>
            <a:ext cx="924951" cy="2152702"/>
            <a:chOff x="2596694" y="702988"/>
            <a:chExt cx="924951" cy="2152702"/>
          </a:xfrm>
        </p:grpSpPr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FF6D1EAE-60C3-7055-54FF-2BAD7E968272}"/>
                </a:ext>
              </a:extLst>
            </p:cNvPr>
            <p:cNvSpPr/>
            <p:nvPr/>
          </p:nvSpPr>
          <p:spPr>
            <a:xfrm>
              <a:off x="2596694" y="702988"/>
              <a:ext cx="924951" cy="2152702"/>
            </a:xfrm>
            <a:custGeom>
              <a:avLst/>
              <a:gdLst>
                <a:gd name="connsiteX0" fmla="*/ 0 w 924951"/>
                <a:gd name="connsiteY0" fmla="*/ 0 h 2152702"/>
                <a:gd name="connsiteX1" fmla="*/ 924952 w 924951"/>
                <a:gd name="connsiteY1" fmla="*/ 0 h 2152702"/>
                <a:gd name="connsiteX2" fmla="*/ 924952 w 924951"/>
                <a:gd name="connsiteY2" fmla="*/ 2152703 h 2152702"/>
                <a:gd name="connsiteX3" fmla="*/ 0 w 924951"/>
                <a:gd name="connsiteY3" fmla="*/ 2152703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2152702">
                  <a:moveTo>
                    <a:pt x="0" y="0"/>
                  </a:moveTo>
                  <a:lnTo>
                    <a:pt x="924952" y="0"/>
                  </a:lnTo>
                  <a:lnTo>
                    <a:pt x="924952" y="2152703"/>
                  </a:lnTo>
                  <a:lnTo>
                    <a:pt x="0" y="2152703"/>
                  </a:lnTo>
                  <a:close/>
                </a:path>
              </a:pathLst>
            </a:custGeom>
            <a:solidFill>
              <a:srgbClr val="555555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EFAA231E-06A4-1B37-3946-F00FA54D62B3}"/>
                </a:ext>
              </a:extLst>
            </p:cNvPr>
            <p:cNvSpPr/>
            <p:nvPr/>
          </p:nvSpPr>
          <p:spPr>
            <a:xfrm>
              <a:off x="2807827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E09ED32F-1E60-C239-8B4B-1E9CDEED8F39}"/>
                </a:ext>
              </a:extLst>
            </p:cNvPr>
            <p:cNvSpPr/>
            <p:nvPr/>
          </p:nvSpPr>
          <p:spPr>
            <a:xfrm>
              <a:off x="2807827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4C52F43B-9F61-5FC7-F21B-7EC94138D3D9}"/>
                </a:ext>
              </a:extLst>
            </p:cNvPr>
            <p:cNvSpPr/>
            <p:nvPr/>
          </p:nvSpPr>
          <p:spPr>
            <a:xfrm>
              <a:off x="2807827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A739494E-6C0A-CA0D-E5C2-6E828503D11B}"/>
                </a:ext>
              </a:extLst>
            </p:cNvPr>
            <p:cNvSpPr/>
            <p:nvPr/>
          </p:nvSpPr>
          <p:spPr>
            <a:xfrm>
              <a:off x="2807827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222C75AA-4A7C-1370-6824-E6AD43018FAB}"/>
                </a:ext>
              </a:extLst>
            </p:cNvPr>
            <p:cNvSpPr/>
            <p:nvPr/>
          </p:nvSpPr>
          <p:spPr>
            <a:xfrm>
              <a:off x="2807827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CA9FC367-C220-2F90-AF24-7F0166237CC6}"/>
                </a:ext>
              </a:extLst>
            </p:cNvPr>
            <p:cNvSpPr/>
            <p:nvPr/>
          </p:nvSpPr>
          <p:spPr>
            <a:xfrm>
              <a:off x="2807827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92DAD4C0-2EFB-8DD8-AAA0-E3B64759F74A}"/>
                </a:ext>
              </a:extLst>
            </p:cNvPr>
            <p:cNvSpPr/>
            <p:nvPr/>
          </p:nvSpPr>
          <p:spPr>
            <a:xfrm>
              <a:off x="2807827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258C6001-2364-9480-8F0C-39B1FD6E9994}"/>
                </a:ext>
              </a:extLst>
            </p:cNvPr>
            <p:cNvSpPr/>
            <p:nvPr/>
          </p:nvSpPr>
          <p:spPr>
            <a:xfrm>
              <a:off x="2807827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E15B98BA-386D-03E6-A460-371A6F12570F}"/>
                </a:ext>
              </a:extLst>
            </p:cNvPr>
            <p:cNvSpPr/>
            <p:nvPr/>
          </p:nvSpPr>
          <p:spPr>
            <a:xfrm>
              <a:off x="2807827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C7919BE9-580F-BF40-5003-1D87A05F8379}"/>
                </a:ext>
              </a:extLst>
            </p:cNvPr>
            <p:cNvSpPr/>
            <p:nvPr/>
          </p:nvSpPr>
          <p:spPr>
            <a:xfrm>
              <a:off x="2807827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BA45954E-D4A2-CD5B-7636-AD110F315D09}"/>
                </a:ext>
              </a:extLst>
            </p:cNvPr>
            <p:cNvSpPr/>
            <p:nvPr/>
          </p:nvSpPr>
          <p:spPr>
            <a:xfrm>
              <a:off x="2807827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FA944D99-475B-AC6D-F55E-A0E58F93691C}"/>
                </a:ext>
              </a:extLst>
            </p:cNvPr>
            <p:cNvSpPr/>
            <p:nvPr/>
          </p:nvSpPr>
          <p:spPr>
            <a:xfrm>
              <a:off x="2807827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3C6A3717-E2AC-41B6-7029-15DA88942B85}"/>
                </a:ext>
              </a:extLst>
            </p:cNvPr>
            <p:cNvSpPr/>
            <p:nvPr/>
          </p:nvSpPr>
          <p:spPr>
            <a:xfrm>
              <a:off x="2807827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88F4091E-468D-AC46-46CA-0DA9E4731091}"/>
                </a:ext>
              </a:extLst>
            </p:cNvPr>
            <p:cNvSpPr/>
            <p:nvPr/>
          </p:nvSpPr>
          <p:spPr>
            <a:xfrm>
              <a:off x="2807827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3D8BAA9B-5271-57A2-4582-4283980BB4A7}"/>
                </a:ext>
              </a:extLst>
            </p:cNvPr>
            <p:cNvSpPr/>
            <p:nvPr/>
          </p:nvSpPr>
          <p:spPr>
            <a:xfrm>
              <a:off x="2807827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DF6F84DF-D67A-6427-C701-CA9DD045DED8}"/>
                </a:ext>
              </a:extLst>
            </p:cNvPr>
            <p:cNvSpPr/>
            <p:nvPr/>
          </p:nvSpPr>
          <p:spPr>
            <a:xfrm>
              <a:off x="3008884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2CBC3DAF-B1A3-1813-6686-89ED04A7D66D}"/>
                </a:ext>
              </a:extLst>
            </p:cNvPr>
            <p:cNvSpPr/>
            <p:nvPr/>
          </p:nvSpPr>
          <p:spPr>
            <a:xfrm>
              <a:off x="3008884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6D1D3027-0185-D893-5D42-5242CACD9E71}"/>
                </a:ext>
              </a:extLst>
            </p:cNvPr>
            <p:cNvSpPr/>
            <p:nvPr/>
          </p:nvSpPr>
          <p:spPr>
            <a:xfrm>
              <a:off x="3008884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001AB726-4EA0-28F1-9E31-4B252386A5CC}"/>
                </a:ext>
              </a:extLst>
            </p:cNvPr>
            <p:cNvSpPr/>
            <p:nvPr/>
          </p:nvSpPr>
          <p:spPr>
            <a:xfrm>
              <a:off x="3008884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757AE3DB-32D9-FAA7-A521-916330984722}"/>
                </a:ext>
              </a:extLst>
            </p:cNvPr>
            <p:cNvSpPr/>
            <p:nvPr/>
          </p:nvSpPr>
          <p:spPr>
            <a:xfrm>
              <a:off x="3008884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29C20625-2804-A3FF-4A4D-613130A42B29}"/>
                </a:ext>
              </a:extLst>
            </p:cNvPr>
            <p:cNvSpPr/>
            <p:nvPr/>
          </p:nvSpPr>
          <p:spPr>
            <a:xfrm>
              <a:off x="3008884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F501A16F-979C-D525-3E99-ABC108186BB7}"/>
                </a:ext>
              </a:extLst>
            </p:cNvPr>
            <p:cNvSpPr/>
            <p:nvPr/>
          </p:nvSpPr>
          <p:spPr>
            <a:xfrm>
              <a:off x="3008884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79021921-F052-87B0-19BC-16433DE435BF}"/>
                </a:ext>
              </a:extLst>
            </p:cNvPr>
            <p:cNvSpPr/>
            <p:nvPr/>
          </p:nvSpPr>
          <p:spPr>
            <a:xfrm>
              <a:off x="3008884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C6CCD03D-545F-E10F-A602-58ACB05A6913}"/>
                </a:ext>
              </a:extLst>
            </p:cNvPr>
            <p:cNvSpPr/>
            <p:nvPr/>
          </p:nvSpPr>
          <p:spPr>
            <a:xfrm>
              <a:off x="3008884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DB645CEC-593C-D4B6-D6FC-EC4A4CBAE830}"/>
                </a:ext>
              </a:extLst>
            </p:cNvPr>
            <p:cNvSpPr/>
            <p:nvPr/>
          </p:nvSpPr>
          <p:spPr>
            <a:xfrm>
              <a:off x="3008884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C37614D5-FBF2-B9D4-4479-264386A86EC7}"/>
                </a:ext>
              </a:extLst>
            </p:cNvPr>
            <p:cNvSpPr/>
            <p:nvPr/>
          </p:nvSpPr>
          <p:spPr>
            <a:xfrm>
              <a:off x="3008884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A7DB9099-75E0-A15B-B67A-BC2048C09FF8}"/>
                </a:ext>
              </a:extLst>
            </p:cNvPr>
            <p:cNvSpPr/>
            <p:nvPr/>
          </p:nvSpPr>
          <p:spPr>
            <a:xfrm>
              <a:off x="3008884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79F689B3-E2B5-1B9C-69C8-D718233366C0}"/>
                </a:ext>
              </a:extLst>
            </p:cNvPr>
            <p:cNvSpPr/>
            <p:nvPr/>
          </p:nvSpPr>
          <p:spPr>
            <a:xfrm>
              <a:off x="3008884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E2D7CEDA-602F-17DC-8B89-30A99883EBED}"/>
                </a:ext>
              </a:extLst>
            </p:cNvPr>
            <p:cNvSpPr/>
            <p:nvPr/>
          </p:nvSpPr>
          <p:spPr>
            <a:xfrm>
              <a:off x="3008884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A5EBA083-F6D0-BF74-CE56-DFD95EC09464}"/>
                </a:ext>
              </a:extLst>
            </p:cNvPr>
            <p:cNvSpPr/>
            <p:nvPr/>
          </p:nvSpPr>
          <p:spPr>
            <a:xfrm>
              <a:off x="3008884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29CB5763-3769-ECCC-2159-695ADFAE9311}"/>
                </a:ext>
              </a:extLst>
            </p:cNvPr>
            <p:cNvSpPr/>
            <p:nvPr/>
          </p:nvSpPr>
          <p:spPr>
            <a:xfrm>
              <a:off x="3410997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48CD3D4C-7B12-D8B2-43F5-9964A51AF944}"/>
                </a:ext>
              </a:extLst>
            </p:cNvPr>
            <p:cNvSpPr/>
            <p:nvPr/>
          </p:nvSpPr>
          <p:spPr>
            <a:xfrm>
              <a:off x="3410997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37616E93-FC2C-2E20-E5CD-10D02E0837E5}"/>
                </a:ext>
              </a:extLst>
            </p:cNvPr>
            <p:cNvSpPr/>
            <p:nvPr/>
          </p:nvSpPr>
          <p:spPr>
            <a:xfrm>
              <a:off x="3410997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00E9B80C-ACF5-D3B1-5830-688173AB4647}"/>
                </a:ext>
              </a:extLst>
            </p:cNvPr>
            <p:cNvSpPr/>
            <p:nvPr/>
          </p:nvSpPr>
          <p:spPr>
            <a:xfrm>
              <a:off x="3410997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F84BA1EB-5B3D-1446-0764-B6CFE82B72B1}"/>
                </a:ext>
              </a:extLst>
            </p:cNvPr>
            <p:cNvSpPr/>
            <p:nvPr/>
          </p:nvSpPr>
          <p:spPr>
            <a:xfrm>
              <a:off x="3410997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C4EE63F6-DFCE-210C-8C6B-087191149FA1}"/>
                </a:ext>
              </a:extLst>
            </p:cNvPr>
            <p:cNvSpPr/>
            <p:nvPr/>
          </p:nvSpPr>
          <p:spPr>
            <a:xfrm>
              <a:off x="3410997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4CFCCC22-D021-9E22-E7A9-99430E769300}"/>
                </a:ext>
              </a:extLst>
            </p:cNvPr>
            <p:cNvSpPr/>
            <p:nvPr/>
          </p:nvSpPr>
          <p:spPr>
            <a:xfrm>
              <a:off x="3410997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7078FBE4-22CA-92F7-22B7-87ED0FC36A14}"/>
                </a:ext>
              </a:extLst>
            </p:cNvPr>
            <p:cNvSpPr/>
            <p:nvPr/>
          </p:nvSpPr>
          <p:spPr>
            <a:xfrm>
              <a:off x="3410997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4AA1BF22-2E76-19AE-A3AE-78FCB59E60AF}"/>
                </a:ext>
              </a:extLst>
            </p:cNvPr>
            <p:cNvSpPr/>
            <p:nvPr/>
          </p:nvSpPr>
          <p:spPr>
            <a:xfrm>
              <a:off x="3410997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2E5C946A-7D50-26BF-58F6-2C03AA8A5B29}"/>
                </a:ext>
              </a:extLst>
            </p:cNvPr>
            <p:cNvSpPr/>
            <p:nvPr/>
          </p:nvSpPr>
          <p:spPr>
            <a:xfrm>
              <a:off x="3410997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C04794C9-4872-1A93-FE50-CE5817937E05}"/>
                </a:ext>
              </a:extLst>
            </p:cNvPr>
            <p:cNvSpPr/>
            <p:nvPr/>
          </p:nvSpPr>
          <p:spPr>
            <a:xfrm>
              <a:off x="3410997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84733B24-E538-4EE4-1E96-6CE16BE6C898}"/>
                </a:ext>
              </a:extLst>
            </p:cNvPr>
            <p:cNvSpPr/>
            <p:nvPr/>
          </p:nvSpPr>
          <p:spPr>
            <a:xfrm>
              <a:off x="3410997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F91645F9-B549-4CAA-C671-E265108ACE52}"/>
                </a:ext>
              </a:extLst>
            </p:cNvPr>
            <p:cNvSpPr/>
            <p:nvPr/>
          </p:nvSpPr>
          <p:spPr>
            <a:xfrm>
              <a:off x="3410997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4EB7B6BA-E576-38F2-13FC-7BF1A8CBA034}"/>
                </a:ext>
              </a:extLst>
            </p:cNvPr>
            <p:cNvSpPr/>
            <p:nvPr/>
          </p:nvSpPr>
          <p:spPr>
            <a:xfrm>
              <a:off x="3410997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C2AE637C-C698-24D1-E25C-1B9FFF65D59F}"/>
                </a:ext>
              </a:extLst>
            </p:cNvPr>
            <p:cNvSpPr/>
            <p:nvPr/>
          </p:nvSpPr>
          <p:spPr>
            <a:xfrm>
              <a:off x="3410997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B4F29E39-384F-2639-C469-97957E669E47}"/>
                </a:ext>
              </a:extLst>
            </p:cNvPr>
            <p:cNvSpPr/>
            <p:nvPr/>
          </p:nvSpPr>
          <p:spPr>
            <a:xfrm>
              <a:off x="3209940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6129ED3E-7258-92F7-8FCB-D5129D659EDF}"/>
                </a:ext>
              </a:extLst>
            </p:cNvPr>
            <p:cNvSpPr/>
            <p:nvPr/>
          </p:nvSpPr>
          <p:spPr>
            <a:xfrm>
              <a:off x="3209940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C63E467B-3B5C-ACBE-E8FB-718F19CEC485}"/>
                </a:ext>
              </a:extLst>
            </p:cNvPr>
            <p:cNvSpPr/>
            <p:nvPr/>
          </p:nvSpPr>
          <p:spPr>
            <a:xfrm>
              <a:off x="3209940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4FA485D7-20CE-6906-9BC5-4EE9D84426DF}"/>
                </a:ext>
              </a:extLst>
            </p:cNvPr>
            <p:cNvSpPr/>
            <p:nvPr/>
          </p:nvSpPr>
          <p:spPr>
            <a:xfrm>
              <a:off x="3209940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AFD3CBB5-5A93-697E-3569-477CC8ADA710}"/>
                </a:ext>
              </a:extLst>
            </p:cNvPr>
            <p:cNvSpPr/>
            <p:nvPr/>
          </p:nvSpPr>
          <p:spPr>
            <a:xfrm>
              <a:off x="3209940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B384A3FF-82B5-744A-C087-F65DBF9FEFD2}"/>
                </a:ext>
              </a:extLst>
            </p:cNvPr>
            <p:cNvSpPr/>
            <p:nvPr/>
          </p:nvSpPr>
          <p:spPr>
            <a:xfrm>
              <a:off x="3209940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C1BD42A8-2464-62CE-0B1B-1520C0A8C8B8}"/>
                </a:ext>
              </a:extLst>
            </p:cNvPr>
            <p:cNvSpPr/>
            <p:nvPr/>
          </p:nvSpPr>
          <p:spPr>
            <a:xfrm>
              <a:off x="3209940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FFC561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3E580A94-D2A5-8AFC-D0AF-AD669641E82F}"/>
                </a:ext>
              </a:extLst>
            </p:cNvPr>
            <p:cNvSpPr/>
            <p:nvPr/>
          </p:nvSpPr>
          <p:spPr>
            <a:xfrm>
              <a:off x="3209940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E1A72E34-3727-E3C5-76BA-21E10738693E}"/>
                </a:ext>
              </a:extLst>
            </p:cNvPr>
            <p:cNvSpPr/>
            <p:nvPr/>
          </p:nvSpPr>
          <p:spPr>
            <a:xfrm>
              <a:off x="3209940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0070642E-69A9-07D6-621E-F25D7641BFB6}"/>
                </a:ext>
              </a:extLst>
            </p:cNvPr>
            <p:cNvSpPr/>
            <p:nvPr/>
          </p:nvSpPr>
          <p:spPr>
            <a:xfrm>
              <a:off x="3209940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932F57F3-1CAE-417F-ABA3-9A9A03AC381D}"/>
                </a:ext>
              </a:extLst>
            </p:cNvPr>
            <p:cNvSpPr/>
            <p:nvPr/>
          </p:nvSpPr>
          <p:spPr>
            <a:xfrm>
              <a:off x="3209940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F72BC638-1ECB-3ECA-F4F6-AFAD95B791AA}"/>
                </a:ext>
              </a:extLst>
            </p:cNvPr>
            <p:cNvSpPr/>
            <p:nvPr/>
          </p:nvSpPr>
          <p:spPr>
            <a:xfrm>
              <a:off x="3209940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2EC21BA5-F586-FF62-CF50-C85ABC04A4FC}"/>
                </a:ext>
              </a:extLst>
            </p:cNvPr>
            <p:cNvSpPr/>
            <p:nvPr/>
          </p:nvSpPr>
          <p:spPr>
            <a:xfrm>
              <a:off x="3209940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71E446A7-B7A8-B5BF-CE9E-DEB4AB05350C}"/>
                </a:ext>
              </a:extLst>
            </p:cNvPr>
            <p:cNvSpPr/>
            <p:nvPr/>
          </p:nvSpPr>
          <p:spPr>
            <a:xfrm>
              <a:off x="3209940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25BFDE6F-CEA2-53F1-5789-C6884D00B52F}"/>
                </a:ext>
              </a:extLst>
            </p:cNvPr>
            <p:cNvSpPr/>
            <p:nvPr/>
          </p:nvSpPr>
          <p:spPr>
            <a:xfrm>
              <a:off x="3209940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A2C3E9C5-7D21-BC2E-0FD6-CF18D988C694}"/>
                </a:ext>
              </a:extLst>
            </p:cNvPr>
            <p:cNvSpPr/>
            <p:nvPr/>
          </p:nvSpPr>
          <p:spPr>
            <a:xfrm>
              <a:off x="3310424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470328C3-4970-26E9-25EB-29E76D754FF9}"/>
                </a:ext>
              </a:extLst>
            </p:cNvPr>
            <p:cNvSpPr/>
            <p:nvPr/>
          </p:nvSpPr>
          <p:spPr>
            <a:xfrm>
              <a:off x="3310424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E818F0B0-ADC9-F6BC-8750-D5175CD44DF1}"/>
                </a:ext>
              </a:extLst>
            </p:cNvPr>
            <p:cNvSpPr/>
            <p:nvPr/>
          </p:nvSpPr>
          <p:spPr>
            <a:xfrm>
              <a:off x="3310424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87A0CA51-99EC-536E-8155-5BB6F8EAF6C6}"/>
                </a:ext>
              </a:extLst>
            </p:cNvPr>
            <p:cNvSpPr/>
            <p:nvPr/>
          </p:nvSpPr>
          <p:spPr>
            <a:xfrm>
              <a:off x="3310424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D0AA264D-B41B-15CC-0D68-96C68C1ED118}"/>
                </a:ext>
              </a:extLst>
            </p:cNvPr>
            <p:cNvSpPr/>
            <p:nvPr/>
          </p:nvSpPr>
          <p:spPr>
            <a:xfrm>
              <a:off x="3310424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56843847-7BD2-A0CB-4C64-1CFE7A04F5F1}"/>
                </a:ext>
              </a:extLst>
            </p:cNvPr>
            <p:cNvSpPr/>
            <p:nvPr/>
          </p:nvSpPr>
          <p:spPr>
            <a:xfrm>
              <a:off x="3310424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DB5AADDC-DF15-79FB-B263-F7E5A8C65773}"/>
                </a:ext>
              </a:extLst>
            </p:cNvPr>
            <p:cNvSpPr/>
            <p:nvPr/>
          </p:nvSpPr>
          <p:spPr>
            <a:xfrm>
              <a:off x="3310424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4E65AD0C-8744-D9E2-10F3-9F0FE701475D}"/>
                </a:ext>
              </a:extLst>
            </p:cNvPr>
            <p:cNvSpPr/>
            <p:nvPr/>
          </p:nvSpPr>
          <p:spPr>
            <a:xfrm>
              <a:off x="3310424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B9DA7B46-F61B-4CE2-D82E-FFC6FF0C6A2C}"/>
                </a:ext>
              </a:extLst>
            </p:cNvPr>
            <p:cNvSpPr/>
            <p:nvPr/>
          </p:nvSpPr>
          <p:spPr>
            <a:xfrm>
              <a:off x="3310424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DE70ABAA-031D-4377-A820-A5B7B2518CE7}"/>
                </a:ext>
              </a:extLst>
            </p:cNvPr>
            <p:cNvSpPr/>
            <p:nvPr/>
          </p:nvSpPr>
          <p:spPr>
            <a:xfrm>
              <a:off x="3310424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1EA72D82-731F-C75B-13AB-FA2CDF1F0D09}"/>
                </a:ext>
              </a:extLst>
            </p:cNvPr>
            <p:cNvSpPr/>
            <p:nvPr/>
          </p:nvSpPr>
          <p:spPr>
            <a:xfrm>
              <a:off x="3310424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F6E6CF37-6712-1EB6-A968-10A019B6CAB2}"/>
                </a:ext>
              </a:extLst>
            </p:cNvPr>
            <p:cNvSpPr/>
            <p:nvPr/>
          </p:nvSpPr>
          <p:spPr>
            <a:xfrm>
              <a:off x="3310424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70544F52-FB56-D14E-A654-3A3EE1C3D863}"/>
                </a:ext>
              </a:extLst>
            </p:cNvPr>
            <p:cNvSpPr/>
            <p:nvPr/>
          </p:nvSpPr>
          <p:spPr>
            <a:xfrm>
              <a:off x="3310424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A7291D82-475B-9AC5-987F-AD2324D12AE8}"/>
                </a:ext>
              </a:extLst>
            </p:cNvPr>
            <p:cNvSpPr/>
            <p:nvPr/>
          </p:nvSpPr>
          <p:spPr>
            <a:xfrm>
              <a:off x="3310424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B87E59E6-18B9-0C3B-400F-7C03A7D3DF5A}"/>
                </a:ext>
              </a:extLst>
            </p:cNvPr>
            <p:cNvSpPr/>
            <p:nvPr/>
          </p:nvSpPr>
          <p:spPr>
            <a:xfrm>
              <a:off x="3310424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7A9A6720-A2D5-94E1-51BB-B528B860913A}"/>
                </a:ext>
              </a:extLst>
            </p:cNvPr>
            <p:cNvSpPr/>
            <p:nvPr/>
          </p:nvSpPr>
          <p:spPr>
            <a:xfrm>
              <a:off x="2908310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48F2EC90-EEC9-0E45-2009-AC8758E4BBAA}"/>
                </a:ext>
              </a:extLst>
            </p:cNvPr>
            <p:cNvSpPr/>
            <p:nvPr/>
          </p:nvSpPr>
          <p:spPr>
            <a:xfrm>
              <a:off x="2908310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6D5EC3FC-4D27-B5B5-8997-C76A42D9A15D}"/>
                </a:ext>
              </a:extLst>
            </p:cNvPr>
            <p:cNvSpPr/>
            <p:nvPr/>
          </p:nvSpPr>
          <p:spPr>
            <a:xfrm>
              <a:off x="2908310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46F80619-C8CB-8D8B-1D44-57805F63316E}"/>
                </a:ext>
              </a:extLst>
            </p:cNvPr>
            <p:cNvSpPr/>
            <p:nvPr/>
          </p:nvSpPr>
          <p:spPr>
            <a:xfrm>
              <a:off x="2908310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B679AE23-689C-3C4D-1C51-EB6E7D265416}"/>
                </a:ext>
              </a:extLst>
            </p:cNvPr>
            <p:cNvSpPr/>
            <p:nvPr/>
          </p:nvSpPr>
          <p:spPr>
            <a:xfrm>
              <a:off x="2908310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13FDB6BD-9C01-6E42-9D02-60D59CFD37C7}"/>
                </a:ext>
              </a:extLst>
            </p:cNvPr>
            <p:cNvSpPr/>
            <p:nvPr/>
          </p:nvSpPr>
          <p:spPr>
            <a:xfrm>
              <a:off x="2908310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E89BA5CB-758A-4BCB-95BC-05144072B45D}"/>
                </a:ext>
              </a:extLst>
            </p:cNvPr>
            <p:cNvSpPr/>
            <p:nvPr/>
          </p:nvSpPr>
          <p:spPr>
            <a:xfrm>
              <a:off x="2908310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BA827DD5-E1A5-A16E-9182-9E027B4C03C6}"/>
                </a:ext>
              </a:extLst>
            </p:cNvPr>
            <p:cNvSpPr/>
            <p:nvPr/>
          </p:nvSpPr>
          <p:spPr>
            <a:xfrm>
              <a:off x="2908310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7BD1E6A7-A861-42DC-4CC8-E863C23A85FA}"/>
                </a:ext>
              </a:extLst>
            </p:cNvPr>
            <p:cNvSpPr/>
            <p:nvPr/>
          </p:nvSpPr>
          <p:spPr>
            <a:xfrm>
              <a:off x="2908310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FFDA6675-3CF1-6838-157E-37E20AC38EF0}"/>
                </a:ext>
              </a:extLst>
            </p:cNvPr>
            <p:cNvSpPr/>
            <p:nvPr/>
          </p:nvSpPr>
          <p:spPr>
            <a:xfrm>
              <a:off x="2908310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8B561D73-A307-4CD7-5187-DCF7D37C38AE}"/>
                </a:ext>
              </a:extLst>
            </p:cNvPr>
            <p:cNvSpPr/>
            <p:nvPr/>
          </p:nvSpPr>
          <p:spPr>
            <a:xfrm>
              <a:off x="2908310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60139112-793A-BB30-891B-892E9A3B2490}"/>
                </a:ext>
              </a:extLst>
            </p:cNvPr>
            <p:cNvSpPr/>
            <p:nvPr/>
          </p:nvSpPr>
          <p:spPr>
            <a:xfrm>
              <a:off x="2908310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2A7F22DD-A835-3A5B-9251-C9AAEA87B044}"/>
                </a:ext>
              </a:extLst>
            </p:cNvPr>
            <p:cNvSpPr/>
            <p:nvPr/>
          </p:nvSpPr>
          <p:spPr>
            <a:xfrm>
              <a:off x="2908310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A8EE14B1-78CB-0A2A-3D54-3359607FCAB3}"/>
                </a:ext>
              </a:extLst>
            </p:cNvPr>
            <p:cNvSpPr/>
            <p:nvPr/>
          </p:nvSpPr>
          <p:spPr>
            <a:xfrm>
              <a:off x="2908310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0006D76B-AA38-D6FA-2E3D-B8CC0BAE8A4D}"/>
                </a:ext>
              </a:extLst>
            </p:cNvPr>
            <p:cNvSpPr/>
            <p:nvPr/>
          </p:nvSpPr>
          <p:spPr>
            <a:xfrm>
              <a:off x="2908310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D0872A60-6BCF-3B0D-A47E-AB96F1A3B9F7}"/>
                </a:ext>
              </a:extLst>
            </p:cNvPr>
            <p:cNvSpPr/>
            <p:nvPr/>
          </p:nvSpPr>
          <p:spPr>
            <a:xfrm>
              <a:off x="3109367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45CB423E-6C0A-05C6-AF61-AD7569336469}"/>
                </a:ext>
              </a:extLst>
            </p:cNvPr>
            <p:cNvSpPr/>
            <p:nvPr/>
          </p:nvSpPr>
          <p:spPr>
            <a:xfrm>
              <a:off x="3109367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E95A79E4-34CE-4F31-3B84-59A1B97B36C4}"/>
                </a:ext>
              </a:extLst>
            </p:cNvPr>
            <p:cNvSpPr/>
            <p:nvPr/>
          </p:nvSpPr>
          <p:spPr>
            <a:xfrm>
              <a:off x="3109367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FB23062D-5646-2562-DCB8-91D613269236}"/>
                </a:ext>
              </a:extLst>
            </p:cNvPr>
            <p:cNvSpPr/>
            <p:nvPr/>
          </p:nvSpPr>
          <p:spPr>
            <a:xfrm>
              <a:off x="3109367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B0203B04-3724-629F-E7FF-B452874F9722}"/>
                </a:ext>
              </a:extLst>
            </p:cNvPr>
            <p:cNvSpPr/>
            <p:nvPr/>
          </p:nvSpPr>
          <p:spPr>
            <a:xfrm>
              <a:off x="3109367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9061B5EB-51C8-5BFF-FB42-14298D508F62}"/>
                </a:ext>
              </a:extLst>
            </p:cNvPr>
            <p:cNvSpPr/>
            <p:nvPr/>
          </p:nvSpPr>
          <p:spPr>
            <a:xfrm>
              <a:off x="3109367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FF66FEC6-0150-2B26-D19D-0970B7DF0928}"/>
                </a:ext>
              </a:extLst>
            </p:cNvPr>
            <p:cNvSpPr/>
            <p:nvPr/>
          </p:nvSpPr>
          <p:spPr>
            <a:xfrm>
              <a:off x="3109367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A423D3D6-9966-B404-E384-2A10E294558C}"/>
                </a:ext>
              </a:extLst>
            </p:cNvPr>
            <p:cNvSpPr/>
            <p:nvPr/>
          </p:nvSpPr>
          <p:spPr>
            <a:xfrm>
              <a:off x="3109367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380059DB-7FD0-7651-3A76-F5BD1882DAAA}"/>
                </a:ext>
              </a:extLst>
            </p:cNvPr>
            <p:cNvSpPr/>
            <p:nvPr/>
          </p:nvSpPr>
          <p:spPr>
            <a:xfrm>
              <a:off x="3109367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891561A2-4AC9-39C9-AA4D-0E445F57183A}"/>
                </a:ext>
              </a:extLst>
            </p:cNvPr>
            <p:cNvSpPr/>
            <p:nvPr/>
          </p:nvSpPr>
          <p:spPr>
            <a:xfrm>
              <a:off x="3109367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6610598A-72CD-9E43-932D-997ABC49C28E}"/>
                </a:ext>
              </a:extLst>
            </p:cNvPr>
            <p:cNvSpPr/>
            <p:nvPr/>
          </p:nvSpPr>
          <p:spPr>
            <a:xfrm>
              <a:off x="3109367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BA29D6EF-D312-EEC2-E397-FA3B2AA6EF45}"/>
                </a:ext>
              </a:extLst>
            </p:cNvPr>
            <p:cNvSpPr/>
            <p:nvPr/>
          </p:nvSpPr>
          <p:spPr>
            <a:xfrm>
              <a:off x="3109367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C4FCE5AB-1A01-188C-4941-4DA3B6D87D38}"/>
                </a:ext>
              </a:extLst>
            </p:cNvPr>
            <p:cNvSpPr/>
            <p:nvPr/>
          </p:nvSpPr>
          <p:spPr>
            <a:xfrm>
              <a:off x="3109367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5AA48FAB-2D37-9EFE-EC93-716E7A31D4DD}"/>
                </a:ext>
              </a:extLst>
            </p:cNvPr>
            <p:cNvSpPr/>
            <p:nvPr/>
          </p:nvSpPr>
          <p:spPr>
            <a:xfrm>
              <a:off x="3109367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4A03A145-8266-96B9-A49C-C989C34C0577}"/>
                </a:ext>
              </a:extLst>
            </p:cNvPr>
            <p:cNvSpPr/>
            <p:nvPr/>
          </p:nvSpPr>
          <p:spPr>
            <a:xfrm>
              <a:off x="3109367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01AABAEA-B78C-EEF4-D987-9C4772D3A2BE}"/>
                </a:ext>
              </a:extLst>
            </p:cNvPr>
            <p:cNvSpPr/>
            <p:nvPr/>
          </p:nvSpPr>
          <p:spPr>
            <a:xfrm>
              <a:off x="2707253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523E1A8B-4491-A02E-BB56-C4D93878D4E6}"/>
                </a:ext>
              </a:extLst>
            </p:cNvPr>
            <p:cNvSpPr/>
            <p:nvPr/>
          </p:nvSpPr>
          <p:spPr>
            <a:xfrm>
              <a:off x="2707253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39B5E317-95F7-FC24-51BD-9EC677F4133C}"/>
                </a:ext>
              </a:extLst>
            </p:cNvPr>
            <p:cNvSpPr/>
            <p:nvPr/>
          </p:nvSpPr>
          <p:spPr>
            <a:xfrm>
              <a:off x="2707253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C385A983-EA9D-6D6C-3851-51F981ABF2C3}"/>
                </a:ext>
              </a:extLst>
            </p:cNvPr>
            <p:cNvSpPr/>
            <p:nvPr/>
          </p:nvSpPr>
          <p:spPr>
            <a:xfrm>
              <a:off x="2707253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4CA20AEA-0CE2-65E6-0F3B-6F1A81F06EC0}"/>
                </a:ext>
              </a:extLst>
            </p:cNvPr>
            <p:cNvSpPr/>
            <p:nvPr/>
          </p:nvSpPr>
          <p:spPr>
            <a:xfrm>
              <a:off x="2707253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8FFCF19D-756E-BDD1-DF18-D3C53D825F73}"/>
                </a:ext>
              </a:extLst>
            </p:cNvPr>
            <p:cNvSpPr/>
            <p:nvPr/>
          </p:nvSpPr>
          <p:spPr>
            <a:xfrm>
              <a:off x="2707253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F5CBF0AB-BFD0-2F29-452E-AF7A8E92D1CC}"/>
                </a:ext>
              </a:extLst>
            </p:cNvPr>
            <p:cNvSpPr/>
            <p:nvPr/>
          </p:nvSpPr>
          <p:spPr>
            <a:xfrm>
              <a:off x="2707253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AE0C2BDD-8062-D401-7345-8E6517DE5FE5}"/>
                </a:ext>
              </a:extLst>
            </p:cNvPr>
            <p:cNvSpPr/>
            <p:nvPr/>
          </p:nvSpPr>
          <p:spPr>
            <a:xfrm>
              <a:off x="2707253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63906C30-A7AD-83AD-6B83-67D550896CD8}"/>
                </a:ext>
              </a:extLst>
            </p:cNvPr>
            <p:cNvSpPr/>
            <p:nvPr/>
          </p:nvSpPr>
          <p:spPr>
            <a:xfrm>
              <a:off x="2707253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B8439D6-7FE1-72AF-CCDE-0981156C1DA9}"/>
                </a:ext>
              </a:extLst>
            </p:cNvPr>
            <p:cNvSpPr/>
            <p:nvPr/>
          </p:nvSpPr>
          <p:spPr>
            <a:xfrm>
              <a:off x="2707253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737BDB70-F73F-B5F7-AE5F-440C1939E0C0}"/>
                </a:ext>
              </a:extLst>
            </p:cNvPr>
            <p:cNvSpPr/>
            <p:nvPr/>
          </p:nvSpPr>
          <p:spPr>
            <a:xfrm>
              <a:off x="2707253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84FCBFD5-3C6C-33E6-3CB3-C6A45808659C}"/>
                </a:ext>
              </a:extLst>
            </p:cNvPr>
            <p:cNvSpPr/>
            <p:nvPr/>
          </p:nvSpPr>
          <p:spPr>
            <a:xfrm>
              <a:off x="2707253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EAFD622F-50F1-4DAD-BE13-D4535D0FDF28}"/>
                </a:ext>
              </a:extLst>
            </p:cNvPr>
            <p:cNvSpPr/>
            <p:nvPr/>
          </p:nvSpPr>
          <p:spPr>
            <a:xfrm>
              <a:off x="2707253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B3A52313-4F59-6D7B-0DB2-0D3517A285C8}"/>
                </a:ext>
              </a:extLst>
            </p:cNvPr>
            <p:cNvSpPr/>
            <p:nvPr/>
          </p:nvSpPr>
          <p:spPr>
            <a:xfrm>
              <a:off x="2707253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36F7B2D2-165F-BE45-30B8-D3C5523DE82A}"/>
                </a:ext>
              </a:extLst>
            </p:cNvPr>
            <p:cNvSpPr/>
            <p:nvPr/>
          </p:nvSpPr>
          <p:spPr>
            <a:xfrm>
              <a:off x="2707253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BB301C7E-41E2-9AB9-F99C-1DB641734CDE}"/>
                </a:ext>
              </a:extLst>
            </p:cNvPr>
            <p:cNvSpPr/>
            <p:nvPr/>
          </p:nvSpPr>
          <p:spPr>
            <a:xfrm>
              <a:off x="2606680" y="269988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401BEE6E-97C5-F9FB-5B7F-F9150546CDAB}"/>
                </a:ext>
              </a:extLst>
            </p:cNvPr>
            <p:cNvSpPr/>
            <p:nvPr/>
          </p:nvSpPr>
          <p:spPr>
            <a:xfrm>
              <a:off x="2606680" y="255828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CE706EC3-F5E2-4BC3-CA28-DB754A3692ED}"/>
                </a:ext>
              </a:extLst>
            </p:cNvPr>
            <p:cNvSpPr/>
            <p:nvPr/>
          </p:nvSpPr>
          <p:spPr>
            <a:xfrm>
              <a:off x="2606680" y="24166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B0026871-4125-681F-4B67-696C397BF8A5}"/>
                </a:ext>
              </a:extLst>
            </p:cNvPr>
            <p:cNvSpPr/>
            <p:nvPr/>
          </p:nvSpPr>
          <p:spPr>
            <a:xfrm>
              <a:off x="2606680" y="227500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5DD4B436-CC51-B45C-2BF9-9E1BCC62401D}"/>
                </a:ext>
              </a:extLst>
            </p:cNvPr>
            <p:cNvSpPr/>
            <p:nvPr/>
          </p:nvSpPr>
          <p:spPr>
            <a:xfrm>
              <a:off x="2606680" y="213341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74F75793-8FE2-644C-A91D-A8DA09A493E0}"/>
                </a:ext>
              </a:extLst>
            </p:cNvPr>
            <p:cNvSpPr/>
            <p:nvPr/>
          </p:nvSpPr>
          <p:spPr>
            <a:xfrm>
              <a:off x="2606680" y="199182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2A831867-2446-CA35-CA7A-B8AEE8080FF0}"/>
                </a:ext>
              </a:extLst>
            </p:cNvPr>
            <p:cNvSpPr/>
            <p:nvPr/>
          </p:nvSpPr>
          <p:spPr>
            <a:xfrm>
              <a:off x="2606680" y="185013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DB360189-59DF-9947-CD4D-20D2D90F8421}"/>
                </a:ext>
              </a:extLst>
            </p:cNvPr>
            <p:cNvSpPr/>
            <p:nvPr/>
          </p:nvSpPr>
          <p:spPr>
            <a:xfrm>
              <a:off x="2606680" y="170854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EBC056EC-8A56-C8DE-11C6-EAC251B8A512}"/>
                </a:ext>
              </a:extLst>
            </p:cNvPr>
            <p:cNvSpPr/>
            <p:nvPr/>
          </p:nvSpPr>
          <p:spPr>
            <a:xfrm>
              <a:off x="2606680" y="156694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F3A0A748-DB4E-67BE-8E19-CCA77E931804}"/>
                </a:ext>
              </a:extLst>
            </p:cNvPr>
            <p:cNvSpPr/>
            <p:nvPr/>
          </p:nvSpPr>
          <p:spPr>
            <a:xfrm>
              <a:off x="2606680" y="142526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611FC73D-29BE-7732-83D7-09CE4DD76CCF}"/>
                </a:ext>
              </a:extLst>
            </p:cNvPr>
            <p:cNvSpPr/>
            <p:nvPr/>
          </p:nvSpPr>
          <p:spPr>
            <a:xfrm>
              <a:off x="2606680" y="128366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CE28782F-9E9F-221C-B15D-316527EE4272}"/>
                </a:ext>
              </a:extLst>
            </p:cNvPr>
            <p:cNvSpPr/>
            <p:nvPr/>
          </p:nvSpPr>
          <p:spPr>
            <a:xfrm>
              <a:off x="2606680" y="114207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EE6CA111-B7F1-0A3D-3BE3-DE26895B8100}"/>
                </a:ext>
              </a:extLst>
            </p:cNvPr>
            <p:cNvSpPr/>
            <p:nvPr/>
          </p:nvSpPr>
          <p:spPr>
            <a:xfrm>
              <a:off x="2606680" y="100039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BEF3BBBF-193E-F3F5-7647-39F857E11FDA}"/>
                </a:ext>
              </a:extLst>
            </p:cNvPr>
            <p:cNvSpPr/>
            <p:nvPr/>
          </p:nvSpPr>
          <p:spPr>
            <a:xfrm>
              <a:off x="2606680" y="85879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CA564FBD-6B32-36A4-7B48-40C324F00AF7}"/>
                </a:ext>
              </a:extLst>
            </p:cNvPr>
            <p:cNvSpPr/>
            <p:nvPr/>
          </p:nvSpPr>
          <p:spPr>
            <a:xfrm>
              <a:off x="2606680" y="71720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69" name="Graphic 4">
            <a:extLst>
              <a:ext uri="{FF2B5EF4-FFF2-40B4-BE49-F238E27FC236}">
                <a16:creationId xmlns:a16="http://schemas.microsoft.com/office/drawing/2014/main" id="{96F17FDF-A3FD-16EF-8FE9-5B1D32189ABF}"/>
              </a:ext>
            </a:extLst>
          </p:cNvPr>
          <p:cNvGrpSpPr/>
          <p:nvPr/>
        </p:nvGrpSpPr>
        <p:grpSpPr>
          <a:xfrm>
            <a:off x="2596694" y="3114770"/>
            <a:ext cx="924951" cy="2152702"/>
            <a:chOff x="2596694" y="3114770"/>
            <a:chExt cx="924951" cy="2152702"/>
          </a:xfrm>
        </p:grpSpPr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A8E9B4D2-8D5D-B9A7-EDBA-2C8D19A571A6}"/>
                </a:ext>
              </a:extLst>
            </p:cNvPr>
            <p:cNvSpPr/>
            <p:nvPr/>
          </p:nvSpPr>
          <p:spPr>
            <a:xfrm>
              <a:off x="2596694" y="3114770"/>
              <a:ext cx="924951" cy="2152702"/>
            </a:xfrm>
            <a:custGeom>
              <a:avLst/>
              <a:gdLst>
                <a:gd name="connsiteX0" fmla="*/ 0 w 924951"/>
                <a:gd name="connsiteY0" fmla="*/ 0 h 2152702"/>
                <a:gd name="connsiteX1" fmla="*/ 924952 w 924951"/>
                <a:gd name="connsiteY1" fmla="*/ 0 h 2152702"/>
                <a:gd name="connsiteX2" fmla="*/ 924952 w 924951"/>
                <a:gd name="connsiteY2" fmla="*/ 2152703 h 2152702"/>
                <a:gd name="connsiteX3" fmla="*/ 0 w 924951"/>
                <a:gd name="connsiteY3" fmla="*/ 2152703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2152702">
                  <a:moveTo>
                    <a:pt x="0" y="0"/>
                  </a:moveTo>
                  <a:lnTo>
                    <a:pt x="924952" y="0"/>
                  </a:lnTo>
                  <a:lnTo>
                    <a:pt x="924952" y="2152703"/>
                  </a:lnTo>
                  <a:lnTo>
                    <a:pt x="0" y="2152703"/>
                  </a:lnTo>
                  <a:close/>
                </a:path>
              </a:pathLst>
            </a:custGeom>
            <a:solidFill>
              <a:srgbClr val="555555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0DED294C-A58D-93D2-AE62-876D3B45C60B}"/>
                </a:ext>
              </a:extLst>
            </p:cNvPr>
            <p:cNvSpPr/>
            <p:nvPr/>
          </p:nvSpPr>
          <p:spPr>
            <a:xfrm>
              <a:off x="2707253" y="511166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8910316B-8CCF-858C-037E-5CA71ADC9650}"/>
                </a:ext>
              </a:extLst>
            </p:cNvPr>
            <p:cNvSpPr/>
            <p:nvPr/>
          </p:nvSpPr>
          <p:spPr>
            <a:xfrm>
              <a:off x="2707253" y="496998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288B75E7-AF43-49C2-8E39-EED298F9B3B4}"/>
                </a:ext>
              </a:extLst>
            </p:cNvPr>
            <p:cNvSpPr/>
            <p:nvPr/>
          </p:nvSpPr>
          <p:spPr>
            <a:xfrm>
              <a:off x="2707253" y="482838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31C4241E-0C08-69B9-0F9C-82D577B76685}"/>
                </a:ext>
              </a:extLst>
            </p:cNvPr>
            <p:cNvSpPr/>
            <p:nvPr/>
          </p:nvSpPr>
          <p:spPr>
            <a:xfrm>
              <a:off x="2707253" y="468679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FB4A1FDA-E2CB-D6AB-24F5-01C7FDDBAD31}"/>
                </a:ext>
              </a:extLst>
            </p:cNvPr>
            <p:cNvSpPr/>
            <p:nvPr/>
          </p:nvSpPr>
          <p:spPr>
            <a:xfrm>
              <a:off x="2707253" y="454519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C745AB7B-831F-8DD9-80E6-8898F54BD867}"/>
                </a:ext>
              </a:extLst>
            </p:cNvPr>
            <p:cNvSpPr/>
            <p:nvPr/>
          </p:nvSpPr>
          <p:spPr>
            <a:xfrm>
              <a:off x="2707253" y="440351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B660A782-59BA-5D23-58E5-F666D7B9A5FD}"/>
                </a:ext>
              </a:extLst>
            </p:cNvPr>
            <p:cNvSpPr/>
            <p:nvPr/>
          </p:nvSpPr>
          <p:spPr>
            <a:xfrm>
              <a:off x="2707253" y="426191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1FC25E4D-49E9-E954-F547-1FC1E9BB23BC}"/>
                </a:ext>
              </a:extLst>
            </p:cNvPr>
            <p:cNvSpPr/>
            <p:nvPr/>
          </p:nvSpPr>
          <p:spPr>
            <a:xfrm>
              <a:off x="2707253" y="412032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E33A13AF-98F4-37B6-1181-783C5812FEBF}"/>
                </a:ext>
              </a:extLst>
            </p:cNvPr>
            <p:cNvSpPr/>
            <p:nvPr/>
          </p:nvSpPr>
          <p:spPr>
            <a:xfrm>
              <a:off x="2707253" y="397864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43D5E722-5261-4787-42C4-947F81746FCE}"/>
                </a:ext>
              </a:extLst>
            </p:cNvPr>
            <p:cNvSpPr/>
            <p:nvPr/>
          </p:nvSpPr>
          <p:spPr>
            <a:xfrm>
              <a:off x="2707253" y="383704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E4CBF90A-4F35-3FA6-92AE-F87427FCC8B0}"/>
                </a:ext>
              </a:extLst>
            </p:cNvPr>
            <p:cNvSpPr/>
            <p:nvPr/>
          </p:nvSpPr>
          <p:spPr>
            <a:xfrm>
              <a:off x="2707253" y="369545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99E451B1-74E7-850C-6A04-CB0A7621C49F}"/>
                </a:ext>
              </a:extLst>
            </p:cNvPr>
            <p:cNvSpPr/>
            <p:nvPr/>
          </p:nvSpPr>
          <p:spPr>
            <a:xfrm>
              <a:off x="2707253" y="355376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D8926DF0-2CE9-1FCD-4B08-0EBE20A7283A}"/>
                </a:ext>
              </a:extLst>
            </p:cNvPr>
            <p:cNvSpPr/>
            <p:nvPr/>
          </p:nvSpPr>
          <p:spPr>
            <a:xfrm>
              <a:off x="2707253" y="341217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626E44A4-A292-9473-7701-7BFA7662CBD5}"/>
                </a:ext>
              </a:extLst>
            </p:cNvPr>
            <p:cNvSpPr/>
            <p:nvPr/>
          </p:nvSpPr>
          <p:spPr>
            <a:xfrm>
              <a:off x="2707253" y="327057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FDD84A64-07F9-7F27-2E8D-0A080A0032E7}"/>
                </a:ext>
              </a:extLst>
            </p:cNvPr>
            <p:cNvSpPr/>
            <p:nvPr/>
          </p:nvSpPr>
          <p:spPr>
            <a:xfrm>
              <a:off x="2707253" y="31288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BDD3A06C-1262-8209-C2C6-322CBBAC29C1}"/>
                </a:ext>
              </a:extLst>
            </p:cNvPr>
            <p:cNvSpPr/>
            <p:nvPr/>
          </p:nvSpPr>
          <p:spPr>
            <a:xfrm>
              <a:off x="3209940" y="511166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58F4B750-B3E0-22D0-5D44-C2FE6749B90E}"/>
                </a:ext>
              </a:extLst>
            </p:cNvPr>
            <p:cNvSpPr/>
            <p:nvPr/>
          </p:nvSpPr>
          <p:spPr>
            <a:xfrm>
              <a:off x="3209940" y="496998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870A03FC-5194-D452-50E2-52908720FFB3}"/>
                </a:ext>
              </a:extLst>
            </p:cNvPr>
            <p:cNvSpPr/>
            <p:nvPr/>
          </p:nvSpPr>
          <p:spPr>
            <a:xfrm>
              <a:off x="3209940" y="482838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8AB7DBCD-282A-D06A-58B2-1192401D08EC}"/>
                </a:ext>
              </a:extLst>
            </p:cNvPr>
            <p:cNvSpPr/>
            <p:nvPr/>
          </p:nvSpPr>
          <p:spPr>
            <a:xfrm>
              <a:off x="3209940" y="468679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9A5AE192-F932-BFAA-2DB0-FA289DC3DD78}"/>
                </a:ext>
              </a:extLst>
            </p:cNvPr>
            <p:cNvSpPr/>
            <p:nvPr/>
          </p:nvSpPr>
          <p:spPr>
            <a:xfrm>
              <a:off x="3209940" y="454519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5C55842A-8CB6-1288-B25C-FF51B3B75658}"/>
                </a:ext>
              </a:extLst>
            </p:cNvPr>
            <p:cNvSpPr/>
            <p:nvPr/>
          </p:nvSpPr>
          <p:spPr>
            <a:xfrm>
              <a:off x="3209940" y="440351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D2F043FB-A8BA-E17C-8700-8927F792A2E4}"/>
                </a:ext>
              </a:extLst>
            </p:cNvPr>
            <p:cNvSpPr/>
            <p:nvPr/>
          </p:nvSpPr>
          <p:spPr>
            <a:xfrm>
              <a:off x="3209940" y="426191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EB312AE3-8176-5CB2-10A5-FDDB0E9E2BB5}"/>
                </a:ext>
              </a:extLst>
            </p:cNvPr>
            <p:cNvSpPr/>
            <p:nvPr/>
          </p:nvSpPr>
          <p:spPr>
            <a:xfrm>
              <a:off x="3209940" y="412032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94403DF5-F3FF-AF09-7F11-AFA414487904}"/>
                </a:ext>
              </a:extLst>
            </p:cNvPr>
            <p:cNvSpPr/>
            <p:nvPr/>
          </p:nvSpPr>
          <p:spPr>
            <a:xfrm>
              <a:off x="3209940" y="397864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7A0F88F2-0DA5-B250-03D6-BB9B2AB6C1A0}"/>
                </a:ext>
              </a:extLst>
            </p:cNvPr>
            <p:cNvSpPr/>
            <p:nvPr/>
          </p:nvSpPr>
          <p:spPr>
            <a:xfrm>
              <a:off x="3209940" y="383704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5E953355-47A4-6DAB-EEB1-995E1C6A14E7}"/>
                </a:ext>
              </a:extLst>
            </p:cNvPr>
            <p:cNvSpPr/>
            <p:nvPr/>
          </p:nvSpPr>
          <p:spPr>
            <a:xfrm>
              <a:off x="3209940" y="369545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4EBA0900-CA02-5C46-7DB6-1971503076F0}"/>
                </a:ext>
              </a:extLst>
            </p:cNvPr>
            <p:cNvSpPr/>
            <p:nvPr/>
          </p:nvSpPr>
          <p:spPr>
            <a:xfrm>
              <a:off x="3209940" y="355376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EB817112-AEED-145C-A781-69E7BB03FAEA}"/>
                </a:ext>
              </a:extLst>
            </p:cNvPr>
            <p:cNvSpPr/>
            <p:nvPr/>
          </p:nvSpPr>
          <p:spPr>
            <a:xfrm>
              <a:off x="3209940" y="341217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B09C04DC-7D0C-1454-60EA-9390E28D3F96}"/>
                </a:ext>
              </a:extLst>
            </p:cNvPr>
            <p:cNvSpPr/>
            <p:nvPr/>
          </p:nvSpPr>
          <p:spPr>
            <a:xfrm>
              <a:off x="3209940" y="327057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8D30D677-20F0-61DB-BB75-2F7B3DED5AEE}"/>
                </a:ext>
              </a:extLst>
            </p:cNvPr>
            <p:cNvSpPr/>
            <p:nvPr/>
          </p:nvSpPr>
          <p:spPr>
            <a:xfrm>
              <a:off x="3209940" y="31288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6E1C2108-C7EB-70F6-4D73-65DA2B96B295}"/>
                </a:ext>
              </a:extLst>
            </p:cNvPr>
            <p:cNvSpPr/>
            <p:nvPr/>
          </p:nvSpPr>
          <p:spPr>
            <a:xfrm>
              <a:off x="3008884" y="511166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D314C504-2136-FC1A-FAEA-6553AEEE404A}"/>
                </a:ext>
              </a:extLst>
            </p:cNvPr>
            <p:cNvSpPr/>
            <p:nvPr/>
          </p:nvSpPr>
          <p:spPr>
            <a:xfrm>
              <a:off x="3008884" y="496998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A803FBE0-0A23-622F-6AD2-8DA75E1BFF2E}"/>
                </a:ext>
              </a:extLst>
            </p:cNvPr>
            <p:cNvSpPr/>
            <p:nvPr/>
          </p:nvSpPr>
          <p:spPr>
            <a:xfrm>
              <a:off x="3008884" y="482838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99488DD5-ED92-D226-4321-14657EE07CEC}"/>
                </a:ext>
              </a:extLst>
            </p:cNvPr>
            <p:cNvSpPr/>
            <p:nvPr/>
          </p:nvSpPr>
          <p:spPr>
            <a:xfrm>
              <a:off x="3008884" y="468679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779BEB5F-D471-158D-2C1D-7B203BFDC374}"/>
                </a:ext>
              </a:extLst>
            </p:cNvPr>
            <p:cNvSpPr/>
            <p:nvPr/>
          </p:nvSpPr>
          <p:spPr>
            <a:xfrm>
              <a:off x="3008884" y="454519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07B04558-A2F5-FD7C-3017-0DDE53768F38}"/>
                </a:ext>
              </a:extLst>
            </p:cNvPr>
            <p:cNvSpPr/>
            <p:nvPr/>
          </p:nvSpPr>
          <p:spPr>
            <a:xfrm>
              <a:off x="3008884" y="440351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FB3983CE-8C4E-C476-8EA2-0357E2338992}"/>
                </a:ext>
              </a:extLst>
            </p:cNvPr>
            <p:cNvSpPr/>
            <p:nvPr/>
          </p:nvSpPr>
          <p:spPr>
            <a:xfrm>
              <a:off x="3008884" y="426191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5CC73A84-021C-E7BF-A5F0-B4DC9FEDC51F}"/>
                </a:ext>
              </a:extLst>
            </p:cNvPr>
            <p:cNvSpPr/>
            <p:nvPr/>
          </p:nvSpPr>
          <p:spPr>
            <a:xfrm>
              <a:off x="3008884" y="412032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5865E5C9-11A1-7A7B-F617-E2E9A43C76F0}"/>
                </a:ext>
              </a:extLst>
            </p:cNvPr>
            <p:cNvSpPr/>
            <p:nvPr/>
          </p:nvSpPr>
          <p:spPr>
            <a:xfrm>
              <a:off x="3008884" y="397864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448DDE50-60CA-7EAF-E34D-08B5CC236715}"/>
                </a:ext>
              </a:extLst>
            </p:cNvPr>
            <p:cNvSpPr/>
            <p:nvPr/>
          </p:nvSpPr>
          <p:spPr>
            <a:xfrm>
              <a:off x="3008884" y="383704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5EC962AE-AAF6-10CB-23B8-0A5DE640AD59}"/>
                </a:ext>
              </a:extLst>
            </p:cNvPr>
            <p:cNvSpPr/>
            <p:nvPr/>
          </p:nvSpPr>
          <p:spPr>
            <a:xfrm>
              <a:off x="3008884" y="369545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4C1D550B-DDEC-05F2-484D-22DD5CE6A341}"/>
                </a:ext>
              </a:extLst>
            </p:cNvPr>
            <p:cNvSpPr/>
            <p:nvPr/>
          </p:nvSpPr>
          <p:spPr>
            <a:xfrm>
              <a:off x="3008884" y="355376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3DABFF8B-2E68-144F-4BA8-55C079146355}"/>
                </a:ext>
              </a:extLst>
            </p:cNvPr>
            <p:cNvSpPr/>
            <p:nvPr/>
          </p:nvSpPr>
          <p:spPr>
            <a:xfrm>
              <a:off x="3008884" y="341217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16C8D8A5-5FF6-8F72-17A2-C26C78465395}"/>
                </a:ext>
              </a:extLst>
            </p:cNvPr>
            <p:cNvSpPr/>
            <p:nvPr/>
          </p:nvSpPr>
          <p:spPr>
            <a:xfrm>
              <a:off x="3008884" y="327057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0AC723BC-21CA-54F7-D40F-DD9B845EEC7B}"/>
                </a:ext>
              </a:extLst>
            </p:cNvPr>
            <p:cNvSpPr/>
            <p:nvPr/>
          </p:nvSpPr>
          <p:spPr>
            <a:xfrm>
              <a:off x="3008884" y="31288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31286C8F-667A-8F1F-9F6D-F4C4BED86C28}"/>
                </a:ext>
              </a:extLst>
            </p:cNvPr>
            <p:cNvSpPr/>
            <p:nvPr/>
          </p:nvSpPr>
          <p:spPr>
            <a:xfrm>
              <a:off x="2606680" y="511166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7773B44D-1C73-BDA5-A551-04775A7C5E38}"/>
                </a:ext>
              </a:extLst>
            </p:cNvPr>
            <p:cNvSpPr/>
            <p:nvPr/>
          </p:nvSpPr>
          <p:spPr>
            <a:xfrm>
              <a:off x="2606680" y="496998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B94907DB-1C59-67D9-C238-3D0F736FE484}"/>
                </a:ext>
              </a:extLst>
            </p:cNvPr>
            <p:cNvSpPr/>
            <p:nvPr/>
          </p:nvSpPr>
          <p:spPr>
            <a:xfrm>
              <a:off x="2606680" y="482838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 518">
              <a:extLst>
                <a:ext uri="{FF2B5EF4-FFF2-40B4-BE49-F238E27FC236}">
                  <a16:creationId xmlns:a16="http://schemas.microsoft.com/office/drawing/2014/main" id="{79FAC144-A7B1-3D8C-1EEB-1C33FB5244CA}"/>
                </a:ext>
              </a:extLst>
            </p:cNvPr>
            <p:cNvSpPr/>
            <p:nvPr/>
          </p:nvSpPr>
          <p:spPr>
            <a:xfrm>
              <a:off x="2606680" y="468679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 519">
              <a:extLst>
                <a:ext uri="{FF2B5EF4-FFF2-40B4-BE49-F238E27FC236}">
                  <a16:creationId xmlns:a16="http://schemas.microsoft.com/office/drawing/2014/main" id="{8AA496DE-FE61-49F1-1212-93097B83C6AF}"/>
                </a:ext>
              </a:extLst>
            </p:cNvPr>
            <p:cNvSpPr/>
            <p:nvPr/>
          </p:nvSpPr>
          <p:spPr>
            <a:xfrm>
              <a:off x="2606680" y="454519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 520">
              <a:extLst>
                <a:ext uri="{FF2B5EF4-FFF2-40B4-BE49-F238E27FC236}">
                  <a16:creationId xmlns:a16="http://schemas.microsoft.com/office/drawing/2014/main" id="{477E06A3-7DD2-9D3F-98E6-1B6DE835C5A3}"/>
                </a:ext>
              </a:extLst>
            </p:cNvPr>
            <p:cNvSpPr/>
            <p:nvPr/>
          </p:nvSpPr>
          <p:spPr>
            <a:xfrm>
              <a:off x="2606680" y="440351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A09C5815-DB1C-2E70-79BF-70FA76BFDE11}"/>
                </a:ext>
              </a:extLst>
            </p:cNvPr>
            <p:cNvSpPr/>
            <p:nvPr/>
          </p:nvSpPr>
          <p:spPr>
            <a:xfrm>
              <a:off x="2606680" y="426191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1F11630E-4FB5-F349-8347-8BB48F6A9847}"/>
                </a:ext>
              </a:extLst>
            </p:cNvPr>
            <p:cNvSpPr/>
            <p:nvPr/>
          </p:nvSpPr>
          <p:spPr>
            <a:xfrm>
              <a:off x="2606680" y="412032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12BDB1C9-894F-73AF-6CA0-AED76D0EE525}"/>
                </a:ext>
              </a:extLst>
            </p:cNvPr>
            <p:cNvSpPr/>
            <p:nvPr/>
          </p:nvSpPr>
          <p:spPr>
            <a:xfrm>
              <a:off x="2606680" y="397864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FF980656-97A8-7A2F-ADD7-EA34BB6F97B4}"/>
                </a:ext>
              </a:extLst>
            </p:cNvPr>
            <p:cNvSpPr/>
            <p:nvPr/>
          </p:nvSpPr>
          <p:spPr>
            <a:xfrm>
              <a:off x="2606680" y="383704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09EC073B-2C8C-01E2-CA2B-D87A350891C8}"/>
                </a:ext>
              </a:extLst>
            </p:cNvPr>
            <p:cNvSpPr/>
            <p:nvPr/>
          </p:nvSpPr>
          <p:spPr>
            <a:xfrm>
              <a:off x="2606680" y="369545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AF4D7724-F18C-2BF9-9AF4-C58F4F8085EA}"/>
                </a:ext>
              </a:extLst>
            </p:cNvPr>
            <p:cNvSpPr/>
            <p:nvPr/>
          </p:nvSpPr>
          <p:spPr>
            <a:xfrm>
              <a:off x="2606680" y="355376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D7636784-2D2A-59D3-FFE6-A9DE176BFAA1}"/>
                </a:ext>
              </a:extLst>
            </p:cNvPr>
            <p:cNvSpPr/>
            <p:nvPr/>
          </p:nvSpPr>
          <p:spPr>
            <a:xfrm>
              <a:off x="2606680" y="341217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60E3C794-B5DA-C3E7-93EB-686F876508B9}"/>
                </a:ext>
              </a:extLst>
            </p:cNvPr>
            <p:cNvSpPr/>
            <p:nvPr/>
          </p:nvSpPr>
          <p:spPr>
            <a:xfrm>
              <a:off x="2606680" y="327057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06E0306B-54DC-2C08-F27C-E3D38E5A5AEB}"/>
                </a:ext>
              </a:extLst>
            </p:cNvPr>
            <p:cNvSpPr/>
            <p:nvPr/>
          </p:nvSpPr>
          <p:spPr>
            <a:xfrm>
              <a:off x="2606680" y="31288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25041D7-3AFD-15F7-501F-01033B30A939}"/>
                </a:ext>
              </a:extLst>
            </p:cNvPr>
            <p:cNvSpPr/>
            <p:nvPr/>
          </p:nvSpPr>
          <p:spPr>
            <a:xfrm>
              <a:off x="2807827" y="511166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2148651C-6E09-89EE-0DA3-5F2629340122}"/>
                </a:ext>
              </a:extLst>
            </p:cNvPr>
            <p:cNvSpPr/>
            <p:nvPr/>
          </p:nvSpPr>
          <p:spPr>
            <a:xfrm>
              <a:off x="2807827" y="496998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69FD3758-B5DE-056D-4551-0646E0DAF7E1}"/>
                </a:ext>
              </a:extLst>
            </p:cNvPr>
            <p:cNvSpPr/>
            <p:nvPr/>
          </p:nvSpPr>
          <p:spPr>
            <a:xfrm>
              <a:off x="2807827" y="482838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FA4112F5-4D19-F3BE-41DF-98E65268D3B3}"/>
                </a:ext>
              </a:extLst>
            </p:cNvPr>
            <p:cNvSpPr/>
            <p:nvPr/>
          </p:nvSpPr>
          <p:spPr>
            <a:xfrm>
              <a:off x="2807827" y="468679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BB120966-41AB-F38C-0581-878AD8A5373A}"/>
                </a:ext>
              </a:extLst>
            </p:cNvPr>
            <p:cNvSpPr/>
            <p:nvPr/>
          </p:nvSpPr>
          <p:spPr>
            <a:xfrm>
              <a:off x="2807827" y="454519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629853D3-84A3-A7C8-B431-7FF3704DC1D6}"/>
                </a:ext>
              </a:extLst>
            </p:cNvPr>
            <p:cNvSpPr/>
            <p:nvPr/>
          </p:nvSpPr>
          <p:spPr>
            <a:xfrm>
              <a:off x="2807827" y="440351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B711C328-6457-9644-E5B8-47BBD956B5AF}"/>
                </a:ext>
              </a:extLst>
            </p:cNvPr>
            <p:cNvSpPr/>
            <p:nvPr/>
          </p:nvSpPr>
          <p:spPr>
            <a:xfrm>
              <a:off x="2807827" y="426191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54F20D63-076D-3C2D-BF9D-8E4D1FF06860}"/>
                </a:ext>
              </a:extLst>
            </p:cNvPr>
            <p:cNvSpPr/>
            <p:nvPr/>
          </p:nvSpPr>
          <p:spPr>
            <a:xfrm>
              <a:off x="2807827" y="412032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F6500CA6-1764-07E3-4E5B-F292DFCC5E58}"/>
                </a:ext>
              </a:extLst>
            </p:cNvPr>
            <p:cNvSpPr/>
            <p:nvPr/>
          </p:nvSpPr>
          <p:spPr>
            <a:xfrm>
              <a:off x="2807827" y="397864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F031F3D4-FC51-6A42-0B7E-4CAA774FCECE}"/>
                </a:ext>
              </a:extLst>
            </p:cNvPr>
            <p:cNvSpPr/>
            <p:nvPr/>
          </p:nvSpPr>
          <p:spPr>
            <a:xfrm>
              <a:off x="2807827" y="383704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5104F315-3202-0785-8254-7E234F794436}"/>
                </a:ext>
              </a:extLst>
            </p:cNvPr>
            <p:cNvSpPr/>
            <p:nvPr/>
          </p:nvSpPr>
          <p:spPr>
            <a:xfrm>
              <a:off x="2807827" y="369545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576C9D24-09A0-F632-A5BD-25E82B91D6A9}"/>
                </a:ext>
              </a:extLst>
            </p:cNvPr>
            <p:cNvSpPr/>
            <p:nvPr/>
          </p:nvSpPr>
          <p:spPr>
            <a:xfrm>
              <a:off x="2807827" y="355376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BFA578EE-5A0D-EFB4-8D36-CD5AEE711BD3}"/>
                </a:ext>
              </a:extLst>
            </p:cNvPr>
            <p:cNvSpPr/>
            <p:nvPr/>
          </p:nvSpPr>
          <p:spPr>
            <a:xfrm>
              <a:off x="2807827" y="341217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79727D5F-6EE1-20B5-82CD-EF0698DB07A0}"/>
                </a:ext>
              </a:extLst>
            </p:cNvPr>
            <p:cNvSpPr/>
            <p:nvPr/>
          </p:nvSpPr>
          <p:spPr>
            <a:xfrm>
              <a:off x="2807827" y="327057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8A174AEA-2D4B-8761-CD5D-BC1CF5610635}"/>
                </a:ext>
              </a:extLst>
            </p:cNvPr>
            <p:cNvSpPr/>
            <p:nvPr/>
          </p:nvSpPr>
          <p:spPr>
            <a:xfrm>
              <a:off x="2807827" y="31288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6C44E235-C5DC-2893-4C70-28EF1C94E070}"/>
                </a:ext>
              </a:extLst>
            </p:cNvPr>
            <p:cNvSpPr/>
            <p:nvPr/>
          </p:nvSpPr>
          <p:spPr>
            <a:xfrm>
              <a:off x="3109367" y="511166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4728873C-CEFA-639F-9D20-32374D6D70ED}"/>
                </a:ext>
              </a:extLst>
            </p:cNvPr>
            <p:cNvSpPr/>
            <p:nvPr/>
          </p:nvSpPr>
          <p:spPr>
            <a:xfrm>
              <a:off x="3109367" y="496998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ED1E7900-E172-2A3B-CD50-ED9E134BDFCE}"/>
                </a:ext>
              </a:extLst>
            </p:cNvPr>
            <p:cNvSpPr/>
            <p:nvPr/>
          </p:nvSpPr>
          <p:spPr>
            <a:xfrm>
              <a:off x="3109367" y="482838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230B63E6-273A-50D2-56C6-B7FD125A368F}"/>
                </a:ext>
              </a:extLst>
            </p:cNvPr>
            <p:cNvSpPr/>
            <p:nvPr/>
          </p:nvSpPr>
          <p:spPr>
            <a:xfrm>
              <a:off x="3109367" y="468679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101B6165-8096-8C4C-ACD1-5CCD6F186FDD}"/>
                </a:ext>
              </a:extLst>
            </p:cNvPr>
            <p:cNvSpPr/>
            <p:nvPr/>
          </p:nvSpPr>
          <p:spPr>
            <a:xfrm>
              <a:off x="3109367" y="454519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21A696D3-AA36-4557-8AA5-9277BDDFADED}"/>
                </a:ext>
              </a:extLst>
            </p:cNvPr>
            <p:cNvSpPr/>
            <p:nvPr/>
          </p:nvSpPr>
          <p:spPr>
            <a:xfrm>
              <a:off x="3109367" y="440351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C5C7DF47-E6D7-F804-9C2B-15469EC240A6}"/>
                </a:ext>
              </a:extLst>
            </p:cNvPr>
            <p:cNvSpPr/>
            <p:nvPr/>
          </p:nvSpPr>
          <p:spPr>
            <a:xfrm>
              <a:off x="3109367" y="426191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F90DF4BC-1DB5-E21D-F356-65F2F9AB30AD}"/>
                </a:ext>
              </a:extLst>
            </p:cNvPr>
            <p:cNvSpPr/>
            <p:nvPr/>
          </p:nvSpPr>
          <p:spPr>
            <a:xfrm>
              <a:off x="3109367" y="412032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C6A636FE-6850-5F42-E76C-7437C67ED5C4}"/>
                </a:ext>
              </a:extLst>
            </p:cNvPr>
            <p:cNvSpPr/>
            <p:nvPr/>
          </p:nvSpPr>
          <p:spPr>
            <a:xfrm>
              <a:off x="3109367" y="397864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A8C20598-0D8E-F12F-930E-9E79CC71E2CA}"/>
                </a:ext>
              </a:extLst>
            </p:cNvPr>
            <p:cNvSpPr/>
            <p:nvPr/>
          </p:nvSpPr>
          <p:spPr>
            <a:xfrm>
              <a:off x="3109367" y="383704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4CCDD342-40EF-8BDA-09CC-A10B6FC88792}"/>
                </a:ext>
              </a:extLst>
            </p:cNvPr>
            <p:cNvSpPr/>
            <p:nvPr/>
          </p:nvSpPr>
          <p:spPr>
            <a:xfrm>
              <a:off x="3109367" y="369545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BCD89870-F668-EDB7-A1D2-F195F5FA3009}"/>
                </a:ext>
              </a:extLst>
            </p:cNvPr>
            <p:cNvSpPr/>
            <p:nvPr/>
          </p:nvSpPr>
          <p:spPr>
            <a:xfrm>
              <a:off x="3109367" y="355376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71CE8993-A575-C630-3762-974FE89C105C}"/>
                </a:ext>
              </a:extLst>
            </p:cNvPr>
            <p:cNvSpPr/>
            <p:nvPr/>
          </p:nvSpPr>
          <p:spPr>
            <a:xfrm>
              <a:off x="3109367" y="341217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B5F487F7-96BA-B0F7-4E13-F082DC8EE02F}"/>
                </a:ext>
              </a:extLst>
            </p:cNvPr>
            <p:cNvSpPr/>
            <p:nvPr/>
          </p:nvSpPr>
          <p:spPr>
            <a:xfrm>
              <a:off x="3109367" y="327057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3FDF3CA0-D71E-A077-7DDE-2F5B77F494C2}"/>
                </a:ext>
              </a:extLst>
            </p:cNvPr>
            <p:cNvSpPr/>
            <p:nvPr/>
          </p:nvSpPr>
          <p:spPr>
            <a:xfrm>
              <a:off x="3109367" y="31288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DA0855D6-E395-E95E-88D4-9E8AEFBAF6D9}"/>
                </a:ext>
              </a:extLst>
            </p:cNvPr>
            <p:cNvSpPr/>
            <p:nvPr/>
          </p:nvSpPr>
          <p:spPr>
            <a:xfrm>
              <a:off x="2908310" y="511166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18077DCC-47F8-BD70-6163-FA9AB6DB289C}"/>
                </a:ext>
              </a:extLst>
            </p:cNvPr>
            <p:cNvSpPr/>
            <p:nvPr/>
          </p:nvSpPr>
          <p:spPr>
            <a:xfrm>
              <a:off x="2908310" y="496998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5 h 141594"/>
                <a:gd name="connsiteX3" fmla="*/ 0 w 100573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22D0D238-3AD0-5101-19FF-810DC70D9D26}"/>
                </a:ext>
              </a:extLst>
            </p:cNvPr>
            <p:cNvSpPr/>
            <p:nvPr/>
          </p:nvSpPr>
          <p:spPr>
            <a:xfrm>
              <a:off x="2908310" y="482838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CA7E8B32-F5E9-E66E-6444-80CE9CBCE8CB}"/>
                </a:ext>
              </a:extLst>
            </p:cNvPr>
            <p:cNvSpPr/>
            <p:nvPr/>
          </p:nvSpPr>
          <p:spPr>
            <a:xfrm>
              <a:off x="2908310" y="4686792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EFABFAAF-44CD-0B42-8D69-BE8FC5F34A6B}"/>
                </a:ext>
              </a:extLst>
            </p:cNvPr>
            <p:cNvSpPr/>
            <p:nvPr/>
          </p:nvSpPr>
          <p:spPr>
            <a:xfrm>
              <a:off x="2908310" y="454519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B6347D28-D80A-81B7-2763-FEAB666D934E}"/>
                </a:ext>
              </a:extLst>
            </p:cNvPr>
            <p:cNvSpPr/>
            <p:nvPr/>
          </p:nvSpPr>
          <p:spPr>
            <a:xfrm>
              <a:off x="2908310" y="440351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16103839-8253-933C-34DF-ADEF8C035503}"/>
                </a:ext>
              </a:extLst>
            </p:cNvPr>
            <p:cNvSpPr/>
            <p:nvPr/>
          </p:nvSpPr>
          <p:spPr>
            <a:xfrm>
              <a:off x="2908310" y="4261919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FFC561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07B52BC7-C62D-71B6-0089-E92CA8E8EFDE}"/>
                </a:ext>
              </a:extLst>
            </p:cNvPr>
            <p:cNvSpPr/>
            <p:nvPr/>
          </p:nvSpPr>
          <p:spPr>
            <a:xfrm>
              <a:off x="2908310" y="4120325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964CD857-077E-B323-2B76-7A1D0612AF6B}"/>
                </a:ext>
              </a:extLst>
            </p:cNvPr>
            <p:cNvSpPr/>
            <p:nvPr/>
          </p:nvSpPr>
          <p:spPr>
            <a:xfrm>
              <a:off x="2908310" y="3978640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D6C2BA41-3D19-1219-CD05-28C6CEF42DAA}"/>
                </a:ext>
              </a:extLst>
            </p:cNvPr>
            <p:cNvSpPr/>
            <p:nvPr/>
          </p:nvSpPr>
          <p:spPr>
            <a:xfrm>
              <a:off x="2908310" y="3837046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E6CA54B9-38C3-5F9D-9715-C7F9DC0319EB}"/>
                </a:ext>
              </a:extLst>
            </p:cNvPr>
            <p:cNvSpPr/>
            <p:nvPr/>
          </p:nvSpPr>
          <p:spPr>
            <a:xfrm>
              <a:off x="2908310" y="3695451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7D3BE977-591E-E365-4EDD-85C47C151C21}"/>
                </a:ext>
              </a:extLst>
            </p:cNvPr>
            <p:cNvSpPr/>
            <p:nvPr/>
          </p:nvSpPr>
          <p:spPr>
            <a:xfrm>
              <a:off x="2908310" y="3553767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95D06F7B-060A-876E-C3CA-DC47D82B18DC}"/>
                </a:ext>
              </a:extLst>
            </p:cNvPr>
            <p:cNvSpPr/>
            <p:nvPr/>
          </p:nvSpPr>
          <p:spPr>
            <a:xfrm>
              <a:off x="2908310" y="3412173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AF417893-4163-A5BA-354E-F0D9E465740E}"/>
                </a:ext>
              </a:extLst>
            </p:cNvPr>
            <p:cNvSpPr/>
            <p:nvPr/>
          </p:nvSpPr>
          <p:spPr>
            <a:xfrm>
              <a:off x="2908310" y="3270578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3575819C-F4A7-00B9-B951-CAC17C8F1392}"/>
                </a:ext>
              </a:extLst>
            </p:cNvPr>
            <p:cNvSpPr/>
            <p:nvPr/>
          </p:nvSpPr>
          <p:spPr>
            <a:xfrm>
              <a:off x="2908310" y="3128894"/>
              <a:ext cx="100573" cy="141594"/>
            </a:xfrm>
            <a:custGeom>
              <a:avLst/>
              <a:gdLst>
                <a:gd name="connsiteX0" fmla="*/ 0 w 100573"/>
                <a:gd name="connsiteY0" fmla="*/ 0 h 141594"/>
                <a:gd name="connsiteX1" fmla="*/ 100573 w 100573"/>
                <a:gd name="connsiteY1" fmla="*/ 0 h 141594"/>
                <a:gd name="connsiteX2" fmla="*/ 100573 w 100573"/>
                <a:gd name="connsiteY2" fmla="*/ 141594 h 141594"/>
                <a:gd name="connsiteX3" fmla="*/ 0 w 100573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573" h="141594">
                  <a:moveTo>
                    <a:pt x="0" y="0"/>
                  </a:moveTo>
                  <a:lnTo>
                    <a:pt x="100573" y="0"/>
                  </a:lnTo>
                  <a:lnTo>
                    <a:pt x="100573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76" name="Graphic 4">
            <a:extLst>
              <a:ext uri="{FF2B5EF4-FFF2-40B4-BE49-F238E27FC236}">
                <a16:creationId xmlns:a16="http://schemas.microsoft.com/office/drawing/2014/main" id="{342802A2-E61B-8B5C-B828-1F1081C6DF06}"/>
              </a:ext>
            </a:extLst>
          </p:cNvPr>
          <p:cNvGrpSpPr/>
          <p:nvPr/>
        </p:nvGrpSpPr>
        <p:grpSpPr>
          <a:xfrm>
            <a:off x="3584347" y="702988"/>
            <a:ext cx="924951" cy="2152702"/>
            <a:chOff x="3584347" y="702988"/>
            <a:chExt cx="924951" cy="2152702"/>
          </a:xfrm>
        </p:grpSpPr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8DD0DE34-EE63-5480-A189-9184434573DC}"/>
                </a:ext>
              </a:extLst>
            </p:cNvPr>
            <p:cNvSpPr/>
            <p:nvPr/>
          </p:nvSpPr>
          <p:spPr>
            <a:xfrm>
              <a:off x="3584347" y="702988"/>
              <a:ext cx="924951" cy="2152702"/>
            </a:xfrm>
            <a:custGeom>
              <a:avLst/>
              <a:gdLst>
                <a:gd name="connsiteX0" fmla="*/ 0 w 924951"/>
                <a:gd name="connsiteY0" fmla="*/ 0 h 2152702"/>
                <a:gd name="connsiteX1" fmla="*/ 924952 w 924951"/>
                <a:gd name="connsiteY1" fmla="*/ 0 h 2152702"/>
                <a:gd name="connsiteX2" fmla="*/ 924952 w 924951"/>
                <a:gd name="connsiteY2" fmla="*/ 2152703 h 2152702"/>
                <a:gd name="connsiteX3" fmla="*/ 0 w 924951"/>
                <a:gd name="connsiteY3" fmla="*/ 2152703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2152702">
                  <a:moveTo>
                    <a:pt x="0" y="0"/>
                  </a:moveTo>
                  <a:lnTo>
                    <a:pt x="924952" y="0"/>
                  </a:lnTo>
                  <a:lnTo>
                    <a:pt x="924952" y="2152703"/>
                  </a:lnTo>
                  <a:lnTo>
                    <a:pt x="0" y="2152703"/>
                  </a:lnTo>
                  <a:close/>
                </a:path>
              </a:pathLst>
            </a:custGeom>
            <a:solidFill>
              <a:srgbClr val="555555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7BE31BAC-3A32-E6CD-DD17-0D44CF016606}"/>
                </a:ext>
              </a:extLst>
            </p:cNvPr>
            <p:cNvSpPr/>
            <p:nvPr/>
          </p:nvSpPr>
          <p:spPr>
            <a:xfrm>
              <a:off x="3593433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Freeform 578">
              <a:extLst>
                <a:ext uri="{FF2B5EF4-FFF2-40B4-BE49-F238E27FC236}">
                  <a16:creationId xmlns:a16="http://schemas.microsoft.com/office/drawing/2014/main" id="{7B10C090-8E0E-E16E-E219-FA29737CC831}"/>
                </a:ext>
              </a:extLst>
            </p:cNvPr>
            <p:cNvSpPr/>
            <p:nvPr/>
          </p:nvSpPr>
          <p:spPr>
            <a:xfrm>
              <a:off x="3593433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" name="Freeform 579">
              <a:extLst>
                <a:ext uri="{FF2B5EF4-FFF2-40B4-BE49-F238E27FC236}">
                  <a16:creationId xmlns:a16="http://schemas.microsoft.com/office/drawing/2014/main" id="{3428A697-8C4F-8A2D-EF74-8577FE644EDB}"/>
                </a:ext>
              </a:extLst>
            </p:cNvPr>
            <p:cNvSpPr/>
            <p:nvPr/>
          </p:nvSpPr>
          <p:spPr>
            <a:xfrm>
              <a:off x="3593433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" name="Freeform 580">
              <a:extLst>
                <a:ext uri="{FF2B5EF4-FFF2-40B4-BE49-F238E27FC236}">
                  <a16:creationId xmlns:a16="http://schemas.microsoft.com/office/drawing/2014/main" id="{5C6FEAF0-CD1C-3733-875C-E5AC986DF2B8}"/>
                </a:ext>
              </a:extLst>
            </p:cNvPr>
            <p:cNvSpPr/>
            <p:nvPr/>
          </p:nvSpPr>
          <p:spPr>
            <a:xfrm>
              <a:off x="3593433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0474C879-2E38-0951-9498-4306A794A585}"/>
                </a:ext>
              </a:extLst>
            </p:cNvPr>
            <p:cNvSpPr/>
            <p:nvPr/>
          </p:nvSpPr>
          <p:spPr>
            <a:xfrm>
              <a:off x="3593433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AEBF7FFB-CC89-EB50-EF16-D30226372C35}"/>
                </a:ext>
              </a:extLst>
            </p:cNvPr>
            <p:cNvSpPr/>
            <p:nvPr/>
          </p:nvSpPr>
          <p:spPr>
            <a:xfrm>
              <a:off x="3593433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" name="Freeform 583">
              <a:extLst>
                <a:ext uri="{FF2B5EF4-FFF2-40B4-BE49-F238E27FC236}">
                  <a16:creationId xmlns:a16="http://schemas.microsoft.com/office/drawing/2014/main" id="{69E7C304-69AB-8293-32AE-695B9F5FBEDC}"/>
                </a:ext>
              </a:extLst>
            </p:cNvPr>
            <p:cNvSpPr/>
            <p:nvPr/>
          </p:nvSpPr>
          <p:spPr>
            <a:xfrm>
              <a:off x="3593433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" name="Freeform 584">
              <a:extLst>
                <a:ext uri="{FF2B5EF4-FFF2-40B4-BE49-F238E27FC236}">
                  <a16:creationId xmlns:a16="http://schemas.microsoft.com/office/drawing/2014/main" id="{1559DCD5-7E81-8028-E3B1-9A25E1058484}"/>
                </a:ext>
              </a:extLst>
            </p:cNvPr>
            <p:cNvSpPr/>
            <p:nvPr/>
          </p:nvSpPr>
          <p:spPr>
            <a:xfrm>
              <a:off x="3593433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65A21DB4-80EE-37DD-BDDD-8D2FEA75BFD6}"/>
                </a:ext>
              </a:extLst>
            </p:cNvPr>
            <p:cNvSpPr/>
            <p:nvPr/>
          </p:nvSpPr>
          <p:spPr>
            <a:xfrm>
              <a:off x="3593433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" name="Freeform 586">
              <a:extLst>
                <a:ext uri="{FF2B5EF4-FFF2-40B4-BE49-F238E27FC236}">
                  <a16:creationId xmlns:a16="http://schemas.microsoft.com/office/drawing/2014/main" id="{33F70548-4629-A26C-19C0-C598EBEEBDF7}"/>
                </a:ext>
              </a:extLst>
            </p:cNvPr>
            <p:cNvSpPr/>
            <p:nvPr/>
          </p:nvSpPr>
          <p:spPr>
            <a:xfrm>
              <a:off x="3593433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" name="Freeform 587">
              <a:extLst>
                <a:ext uri="{FF2B5EF4-FFF2-40B4-BE49-F238E27FC236}">
                  <a16:creationId xmlns:a16="http://schemas.microsoft.com/office/drawing/2014/main" id="{5280FB44-4ABE-78C2-FE31-CC0326539F65}"/>
                </a:ext>
              </a:extLst>
            </p:cNvPr>
            <p:cNvSpPr/>
            <p:nvPr/>
          </p:nvSpPr>
          <p:spPr>
            <a:xfrm>
              <a:off x="3593433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 588">
              <a:extLst>
                <a:ext uri="{FF2B5EF4-FFF2-40B4-BE49-F238E27FC236}">
                  <a16:creationId xmlns:a16="http://schemas.microsoft.com/office/drawing/2014/main" id="{1559F0D0-181B-4A63-6641-258347B497F0}"/>
                </a:ext>
              </a:extLst>
            </p:cNvPr>
            <p:cNvSpPr/>
            <p:nvPr/>
          </p:nvSpPr>
          <p:spPr>
            <a:xfrm>
              <a:off x="3593433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A9FD3462-B888-6C25-D33D-D61ACE97AD1D}"/>
                </a:ext>
              </a:extLst>
            </p:cNvPr>
            <p:cNvSpPr/>
            <p:nvPr/>
          </p:nvSpPr>
          <p:spPr>
            <a:xfrm>
              <a:off x="3593433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F3C5E381-56C2-A670-5E30-60DB6616D375}"/>
                </a:ext>
              </a:extLst>
            </p:cNvPr>
            <p:cNvSpPr/>
            <p:nvPr/>
          </p:nvSpPr>
          <p:spPr>
            <a:xfrm>
              <a:off x="3593433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20EF353A-C03A-8493-A58F-1C259182CBA9}"/>
                </a:ext>
              </a:extLst>
            </p:cNvPr>
            <p:cNvSpPr/>
            <p:nvPr/>
          </p:nvSpPr>
          <p:spPr>
            <a:xfrm>
              <a:off x="3593433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F467F29E-68E0-DB06-73FD-81FC1FBC7178}"/>
                </a:ext>
              </a:extLst>
            </p:cNvPr>
            <p:cNvSpPr/>
            <p:nvPr/>
          </p:nvSpPr>
          <p:spPr>
            <a:xfrm>
              <a:off x="3684111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31DEEDD2-F287-E4E2-DE0D-3E9A56534458}"/>
                </a:ext>
              </a:extLst>
            </p:cNvPr>
            <p:cNvSpPr/>
            <p:nvPr/>
          </p:nvSpPr>
          <p:spPr>
            <a:xfrm>
              <a:off x="3684111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" name="Freeform 594">
              <a:extLst>
                <a:ext uri="{FF2B5EF4-FFF2-40B4-BE49-F238E27FC236}">
                  <a16:creationId xmlns:a16="http://schemas.microsoft.com/office/drawing/2014/main" id="{DEBB11E5-15AD-DA1E-F2A4-2970785F7AF1}"/>
                </a:ext>
              </a:extLst>
            </p:cNvPr>
            <p:cNvSpPr/>
            <p:nvPr/>
          </p:nvSpPr>
          <p:spPr>
            <a:xfrm>
              <a:off x="3684111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" name="Freeform 595">
              <a:extLst>
                <a:ext uri="{FF2B5EF4-FFF2-40B4-BE49-F238E27FC236}">
                  <a16:creationId xmlns:a16="http://schemas.microsoft.com/office/drawing/2014/main" id="{A1FC1E39-0E39-78D4-F505-2272DBF623DB}"/>
                </a:ext>
              </a:extLst>
            </p:cNvPr>
            <p:cNvSpPr/>
            <p:nvPr/>
          </p:nvSpPr>
          <p:spPr>
            <a:xfrm>
              <a:off x="3684111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" name="Freeform 596">
              <a:extLst>
                <a:ext uri="{FF2B5EF4-FFF2-40B4-BE49-F238E27FC236}">
                  <a16:creationId xmlns:a16="http://schemas.microsoft.com/office/drawing/2014/main" id="{B5D670E4-E6B4-70E2-E449-1D5BB1B18AC2}"/>
                </a:ext>
              </a:extLst>
            </p:cNvPr>
            <p:cNvSpPr/>
            <p:nvPr/>
          </p:nvSpPr>
          <p:spPr>
            <a:xfrm>
              <a:off x="3684111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AC15822D-9E72-71DB-39C6-AA87B4AEF142}"/>
                </a:ext>
              </a:extLst>
            </p:cNvPr>
            <p:cNvSpPr/>
            <p:nvPr/>
          </p:nvSpPr>
          <p:spPr>
            <a:xfrm>
              <a:off x="3684111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" name="Freeform 598">
              <a:extLst>
                <a:ext uri="{FF2B5EF4-FFF2-40B4-BE49-F238E27FC236}">
                  <a16:creationId xmlns:a16="http://schemas.microsoft.com/office/drawing/2014/main" id="{418E1D72-A746-4E0E-1515-634633443B5A}"/>
                </a:ext>
              </a:extLst>
            </p:cNvPr>
            <p:cNvSpPr/>
            <p:nvPr/>
          </p:nvSpPr>
          <p:spPr>
            <a:xfrm>
              <a:off x="3684111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" name="Freeform 599">
              <a:extLst>
                <a:ext uri="{FF2B5EF4-FFF2-40B4-BE49-F238E27FC236}">
                  <a16:creationId xmlns:a16="http://schemas.microsoft.com/office/drawing/2014/main" id="{5E169AC2-CD90-53C0-3799-C16E6D6062DD}"/>
                </a:ext>
              </a:extLst>
            </p:cNvPr>
            <p:cNvSpPr/>
            <p:nvPr/>
          </p:nvSpPr>
          <p:spPr>
            <a:xfrm>
              <a:off x="3684111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" name="Freeform 600">
              <a:extLst>
                <a:ext uri="{FF2B5EF4-FFF2-40B4-BE49-F238E27FC236}">
                  <a16:creationId xmlns:a16="http://schemas.microsoft.com/office/drawing/2014/main" id="{CBA96E5F-3407-C044-FEF5-103C86DA5A20}"/>
                </a:ext>
              </a:extLst>
            </p:cNvPr>
            <p:cNvSpPr/>
            <p:nvPr/>
          </p:nvSpPr>
          <p:spPr>
            <a:xfrm>
              <a:off x="3684111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52B3641D-657F-7943-5D5A-55BF270E9FC9}"/>
                </a:ext>
              </a:extLst>
            </p:cNvPr>
            <p:cNvSpPr/>
            <p:nvPr/>
          </p:nvSpPr>
          <p:spPr>
            <a:xfrm>
              <a:off x="3684111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" name="Freeform 602">
              <a:extLst>
                <a:ext uri="{FF2B5EF4-FFF2-40B4-BE49-F238E27FC236}">
                  <a16:creationId xmlns:a16="http://schemas.microsoft.com/office/drawing/2014/main" id="{6006273D-2C08-74B7-D8CD-AFC89D726E8A}"/>
                </a:ext>
              </a:extLst>
            </p:cNvPr>
            <p:cNvSpPr/>
            <p:nvPr/>
          </p:nvSpPr>
          <p:spPr>
            <a:xfrm>
              <a:off x="3684111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" name="Freeform 603">
              <a:extLst>
                <a:ext uri="{FF2B5EF4-FFF2-40B4-BE49-F238E27FC236}">
                  <a16:creationId xmlns:a16="http://schemas.microsoft.com/office/drawing/2014/main" id="{7C0D2EAD-22DF-EACB-6E8E-732F338A47D5}"/>
                </a:ext>
              </a:extLst>
            </p:cNvPr>
            <p:cNvSpPr/>
            <p:nvPr/>
          </p:nvSpPr>
          <p:spPr>
            <a:xfrm>
              <a:off x="3684111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" name="Freeform 604">
              <a:extLst>
                <a:ext uri="{FF2B5EF4-FFF2-40B4-BE49-F238E27FC236}">
                  <a16:creationId xmlns:a16="http://schemas.microsoft.com/office/drawing/2014/main" id="{77DF6982-01E7-5196-D0EF-0535A50936E3}"/>
                </a:ext>
              </a:extLst>
            </p:cNvPr>
            <p:cNvSpPr/>
            <p:nvPr/>
          </p:nvSpPr>
          <p:spPr>
            <a:xfrm>
              <a:off x="3684111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" name="Freeform 605">
              <a:extLst>
                <a:ext uri="{FF2B5EF4-FFF2-40B4-BE49-F238E27FC236}">
                  <a16:creationId xmlns:a16="http://schemas.microsoft.com/office/drawing/2014/main" id="{08E2C486-4A28-8D7D-4DC6-62B312EE0856}"/>
                </a:ext>
              </a:extLst>
            </p:cNvPr>
            <p:cNvSpPr/>
            <p:nvPr/>
          </p:nvSpPr>
          <p:spPr>
            <a:xfrm>
              <a:off x="3684111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" name="Freeform 606">
              <a:extLst>
                <a:ext uri="{FF2B5EF4-FFF2-40B4-BE49-F238E27FC236}">
                  <a16:creationId xmlns:a16="http://schemas.microsoft.com/office/drawing/2014/main" id="{E92BEEDA-8313-614E-59F3-5A81C64F1C8D}"/>
                </a:ext>
              </a:extLst>
            </p:cNvPr>
            <p:cNvSpPr/>
            <p:nvPr/>
          </p:nvSpPr>
          <p:spPr>
            <a:xfrm>
              <a:off x="3684111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" name="Freeform 607">
              <a:extLst>
                <a:ext uri="{FF2B5EF4-FFF2-40B4-BE49-F238E27FC236}">
                  <a16:creationId xmlns:a16="http://schemas.microsoft.com/office/drawing/2014/main" id="{2F7B7BFA-810F-A5DD-0E47-89A7632EAFC1}"/>
                </a:ext>
              </a:extLst>
            </p:cNvPr>
            <p:cNvSpPr/>
            <p:nvPr/>
          </p:nvSpPr>
          <p:spPr>
            <a:xfrm>
              <a:off x="3774789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" name="Freeform 608">
              <a:extLst>
                <a:ext uri="{FF2B5EF4-FFF2-40B4-BE49-F238E27FC236}">
                  <a16:creationId xmlns:a16="http://schemas.microsoft.com/office/drawing/2014/main" id="{71A5745A-043C-8378-F106-06F560C602CC}"/>
                </a:ext>
              </a:extLst>
            </p:cNvPr>
            <p:cNvSpPr/>
            <p:nvPr/>
          </p:nvSpPr>
          <p:spPr>
            <a:xfrm>
              <a:off x="3774789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" name="Freeform 609">
              <a:extLst>
                <a:ext uri="{FF2B5EF4-FFF2-40B4-BE49-F238E27FC236}">
                  <a16:creationId xmlns:a16="http://schemas.microsoft.com/office/drawing/2014/main" id="{34939184-1B5A-FA6D-6B0B-D35331CEE823}"/>
                </a:ext>
              </a:extLst>
            </p:cNvPr>
            <p:cNvSpPr/>
            <p:nvPr/>
          </p:nvSpPr>
          <p:spPr>
            <a:xfrm>
              <a:off x="3774789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" name="Freeform 610">
              <a:extLst>
                <a:ext uri="{FF2B5EF4-FFF2-40B4-BE49-F238E27FC236}">
                  <a16:creationId xmlns:a16="http://schemas.microsoft.com/office/drawing/2014/main" id="{04641888-E65F-C784-5427-A162270CE3D6}"/>
                </a:ext>
              </a:extLst>
            </p:cNvPr>
            <p:cNvSpPr/>
            <p:nvPr/>
          </p:nvSpPr>
          <p:spPr>
            <a:xfrm>
              <a:off x="3774789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" name="Freeform 611">
              <a:extLst>
                <a:ext uri="{FF2B5EF4-FFF2-40B4-BE49-F238E27FC236}">
                  <a16:creationId xmlns:a16="http://schemas.microsoft.com/office/drawing/2014/main" id="{9B0A6BFC-C7C4-78F4-3DEF-D5B806AAAD92}"/>
                </a:ext>
              </a:extLst>
            </p:cNvPr>
            <p:cNvSpPr/>
            <p:nvPr/>
          </p:nvSpPr>
          <p:spPr>
            <a:xfrm>
              <a:off x="3774789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" name="Freeform 612">
              <a:extLst>
                <a:ext uri="{FF2B5EF4-FFF2-40B4-BE49-F238E27FC236}">
                  <a16:creationId xmlns:a16="http://schemas.microsoft.com/office/drawing/2014/main" id="{20984D90-7522-E811-7C6E-81B64C1E27F4}"/>
                </a:ext>
              </a:extLst>
            </p:cNvPr>
            <p:cNvSpPr/>
            <p:nvPr/>
          </p:nvSpPr>
          <p:spPr>
            <a:xfrm>
              <a:off x="3774789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" name="Freeform 613">
              <a:extLst>
                <a:ext uri="{FF2B5EF4-FFF2-40B4-BE49-F238E27FC236}">
                  <a16:creationId xmlns:a16="http://schemas.microsoft.com/office/drawing/2014/main" id="{646BEF07-E3B3-FB44-EF0E-F2845C279AB0}"/>
                </a:ext>
              </a:extLst>
            </p:cNvPr>
            <p:cNvSpPr/>
            <p:nvPr/>
          </p:nvSpPr>
          <p:spPr>
            <a:xfrm>
              <a:off x="3774789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" name="Freeform 614">
              <a:extLst>
                <a:ext uri="{FF2B5EF4-FFF2-40B4-BE49-F238E27FC236}">
                  <a16:creationId xmlns:a16="http://schemas.microsoft.com/office/drawing/2014/main" id="{C23427E1-8DBA-0FF9-6ECD-650FFEB62E90}"/>
                </a:ext>
              </a:extLst>
            </p:cNvPr>
            <p:cNvSpPr/>
            <p:nvPr/>
          </p:nvSpPr>
          <p:spPr>
            <a:xfrm>
              <a:off x="3774789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B090B3C4-28DF-FFC4-0CEA-6C3A3B3E0049}"/>
                </a:ext>
              </a:extLst>
            </p:cNvPr>
            <p:cNvSpPr/>
            <p:nvPr/>
          </p:nvSpPr>
          <p:spPr>
            <a:xfrm>
              <a:off x="3774789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" name="Freeform 616">
              <a:extLst>
                <a:ext uri="{FF2B5EF4-FFF2-40B4-BE49-F238E27FC236}">
                  <a16:creationId xmlns:a16="http://schemas.microsoft.com/office/drawing/2014/main" id="{2DBD309D-718D-073D-C59E-33E6BE955B1A}"/>
                </a:ext>
              </a:extLst>
            </p:cNvPr>
            <p:cNvSpPr/>
            <p:nvPr/>
          </p:nvSpPr>
          <p:spPr>
            <a:xfrm>
              <a:off x="3774789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" name="Freeform 617">
              <a:extLst>
                <a:ext uri="{FF2B5EF4-FFF2-40B4-BE49-F238E27FC236}">
                  <a16:creationId xmlns:a16="http://schemas.microsoft.com/office/drawing/2014/main" id="{6BD109AC-773B-3A2A-C046-88D342EEA326}"/>
                </a:ext>
              </a:extLst>
            </p:cNvPr>
            <p:cNvSpPr/>
            <p:nvPr/>
          </p:nvSpPr>
          <p:spPr>
            <a:xfrm>
              <a:off x="3774789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" name="Freeform 618">
              <a:extLst>
                <a:ext uri="{FF2B5EF4-FFF2-40B4-BE49-F238E27FC236}">
                  <a16:creationId xmlns:a16="http://schemas.microsoft.com/office/drawing/2014/main" id="{D139316F-5022-2A2E-9ACC-8EB4B20A3648}"/>
                </a:ext>
              </a:extLst>
            </p:cNvPr>
            <p:cNvSpPr/>
            <p:nvPr/>
          </p:nvSpPr>
          <p:spPr>
            <a:xfrm>
              <a:off x="3774789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" name="Freeform 619">
              <a:extLst>
                <a:ext uri="{FF2B5EF4-FFF2-40B4-BE49-F238E27FC236}">
                  <a16:creationId xmlns:a16="http://schemas.microsoft.com/office/drawing/2014/main" id="{7C7E4F6A-9827-3D69-ED4C-9458637CAEF8}"/>
                </a:ext>
              </a:extLst>
            </p:cNvPr>
            <p:cNvSpPr/>
            <p:nvPr/>
          </p:nvSpPr>
          <p:spPr>
            <a:xfrm>
              <a:off x="3774789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" name="Freeform 620">
              <a:extLst>
                <a:ext uri="{FF2B5EF4-FFF2-40B4-BE49-F238E27FC236}">
                  <a16:creationId xmlns:a16="http://schemas.microsoft.com/office/drawing/2014/main" id="{3F133EA5-5ED2-8F3C-96AC-774DAE0DC56A}"/>
                </a:ext>
              </a:extLst>
            </p:cNvPr>
            <p:cNvSpPr/>
            <p:nvPr/>
          </p:nvSpPr>
          <p:spPr>
            <a:xfrm>
              <a:off x="3774789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" name="Freeform 621">
              <a:extLst>
                <a:ext uri="{FF2B5EF4-FFF2-40B4-BE49-F238E27FC236}">
                  <a16:creationId xmlns:a16="http://schemas.microsoft.com/office/drawing/2014/main" id="{F31FD407-2BA7-1045-896D-460CA52C4FA2}"/>
                </a:ext>
              </a:extLst>
            </p:cNvPr>
            <p:cNvSpPr/>
            <p:nvPr/>
          </p:nvSpPr>
          <p:spPr>
            <a:xfrm>
              <a:off x="3774789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" name="Freeform 622">
              <a:extLst>
                <a:ext uri="{FF2B5EF4-FFF2-40B4-BE49-F238E27FC236}">
                  <a16:creationId xmlns:a16="http://schemas.microsoft.com/office/drawing/2014/main" id="{9E5C5410-B232-8187-D968-52D56A9C97EF}"/>
                </a:ext>
              </a:extLst>
            </p:cNvPr>
            <p:cNvSpPr/>
            <p:nvPr/>
          </p:nvSpPr>
          <p:spPr>
            <a:xfrm>
              <a:off x="3865467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2FF462FB-21A0-B361-28C2-8F192BC8AF8B}"/>
                </a:ext>
              </a:extLst>
            </p:cNvPr>
            <p:cNvSpPr/>
            <p:nvPr/>
          </p:nvSpPr>
          <p:spPr>
            <a:xfrm>
              <a:off x="3865467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" name="Freeform 624">
              <a:extLst>
                <a:ext uri="{FF2B5EF4-FFF2-40B4-BE49-F238E27FC236}">
                  <a16:creationId xmlns:a16="http://schemas.microsoft.com/office/drawing/2014/main" id="{9FD3FCA5-C160-8A1C-E908-82B90884A6F6}"/>
                </a:ext>
              </a:extLst>
            </p:cNvPr>
            <p:cNvSpPr/>
            <p:nvPr/>
          </p:nvSpPr>
          <p:spPr>
            <a:xfrm>
              <a:off x="3865467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" name="Freeform 625">
              <a:extLst>
                <a:ext uri="{FF2B5EF4-FFF2-40B4-BE49-F238E27FC236}">
                  <a16:creationId xmlns:a16="http://schemas.microsoft.com/office/drawing/2014/main" id="{12039CA7-C2E4-ACEE-F607-A186BFEBE5E8}"/>
                </a:ext>
              </a:extLst>
            </p:cNvPr>
            <p:cNvSpPr/>
            <p:nvPr/>
          </p:nvSpPr>
          <p:spPr>
            <a:xfrm>
              <a:off x="3865467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id="{052778E5-10C1-4E9A-54A0-6F14B7EC30D0}"/>
                </a:ext>
              </a:extLst>
            </p:cNvPr>
            <p:cNvSpPr/>
            <p:nvPr/>
          </p:nvSpPr>
          <p:spPr>
            <a:xfrm>
              <a:off x="3865467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" name="Freeform 627">
              <a:extLst>
                <a:ext uri="{FF2B5EF4-FFF2-40B4-BE49-F238E27FC236}">
                  <a16:creationId xmlns:a16="http://schemas.microsoft.com/office/drawing/2014/main" id="{58145048-4A1A-BA89-0736-F9A470A5A34A}"/>
                </a:ext>
              </a:extLst>
            </p:cNvPr>
            <p:cNvSpPr/>
            <p:nvPr/>
          </p:nvSpPr>
          <p:spPr>
            <a:xfrm>
              <a:off x="3865467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" name="Freeform 628">
              <a:extLst>
                <a:ext uri="{FF2B5EF4-FFF2-40B4-BE49-F238E27FC236}">
                  <a16:creationId xmlns:a16="http://schemas.microsoft.com/office/drawing/2014/main" id="{3A964C91-ACC9-7417-D686-01FF43C5B04E}"/>
                </a:ext>
              </a:extLst>
            </p:cNvPr>
            <p:cNvSpPr/>
            <p:nvPr/>
          </p:nvSpPr>
          <p:spPr>
            <a:xfrm>
              <a:off x="3865467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" name="Freeform 629">
              <a:extLst>
                <a:ext uri="{FF2B5EF4-FFF2-40B4-BE49-F238E27FC236}">
                  <a16:creationId xmlns:a16="http://schemas.microsoft.com/office/drawing/2014/main" id="{60125830-ECEF-86DA-4DCC-A479349810F2}"/>
                </a:ext>
              </a:extLst>
            </p:cNvPr>
            <p:cNvSpPr/>
            <p:nvPr/>
          </p:nvSpPr>
          <p:spPr>
            <a:xfrm>
              <a:off x="3865467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1" name="Freeform 630">
              <a:extLst>
                <a:ext uri="{FF2B5EF4-FFF2-40B4-BE49-F238E27FC236}">
                  <a16:creationId xmlns:a16="http://schemas.microsoft.com/office/drawing/2014/main" id="{7A75017C-04C3-C42C-28F5-446D7373B926}"/>
                </a:ext>
              </a:extLst>
            </p:cNvPr>
            <p:cNvSpPr/>
            <p:nvPr/>
          </p:nvSpPr>
          <p:spPr>
            <a:xfrm>
              <a:off x="3865467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2" name="Freeform 631">
              <a:extLst>
                <a:ext uri="{FF2B5EF4-FFF2-40B4-BE49-F238E27FC236}">
                  <a16:creationId xmlns:a16="http://schemas.microsoft.com/office/drawing/2014/main" id="{31930B23-2FD9-0A59-B7BA-16459E5702A7}"/>
                </a:ext>
              </a:extLst>
            </p:cNvPr>
            <p:cNvSpPr/>
            <p:nvPr/>
          </p:nvSpPr>
          <p:spPr>
            <a:xfrm>
              <a:off x="3865467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3" name="Freeform 632">
              <a:extLst>
                <a:ext uri="{FF2B5EF4-FFF2-40B4-BE49-F238E27FC236}">
                  <a16:creationId xmlns:a16="http://schemas.microsoft.com/office/drawing/2014/main" id="{62BA89D1-2E6D-9FD8-46E6-18DF4ECF51AC}"/>
                </a:ext>
              </a:extLst>
            </p:cNvPr>
            <p:cNvSpPr/>
            <p:nvPr/>
          </p:nvSpPr>
          <p:spPr>
            <a:xfrm>
              <a:off x="3865467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4" name="Freeform 633">
              <a:extLst>
                <a:ext uri="{FF2B5EF4-FFF2-40B4-BE49-F238E27FC236}">
                  <a16:creationId xmlns:a16="http://schemas.microsoft.com/office/drawing/2014/main" id="{6D12BE09-1387-102F-6BE4-64060896DE56}"/>
                </a:ext>
              </a:extLst>
            </p:cNvPr>
            <p:cNvSpPr/>
            <p:nvPr/>
          </p:nvSpPr>
          <p:spPr>
            <a:xfrm>
              <a:off x="3865467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id="{C8F90724-026B-8DAD-A747-ABD43900E153}"/>
                </a:ext>
              </a:extLst>
            </p:cNvPr>
            <p:cNvSpPr/>
            <p:nvPr/>
          </p:nvSpPr>
          <p:spPr>
            <a:xfrm>
              <a:off x="3865467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6" name="Freeform 635">
              <a:extLst>
                <a:ext uri="{FF2B5EF4-FFF2-40B4-BE49-F238E27FC236}">
                  <a16:creationId xmlns:a16="http://schemas.microsoft.com/office/drawing/2014/main" id="{2769AAAF-737C-C2E8-3A9D-79478882DAD1}"/>
                </a:ext>
              </a:extLst>
            </p:cNvPr>
            <p:cNvSpPr/>
            <p:nvPr/>
          </p:nvSpPr>
          <p:spPr>
            <a:xfrm>
              <a:off x="3865467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7" name="Freeform 636">
              <a:extLst>
                <a:ext uri="{FF2B5EF4-FFF2-40B4-BE49-F238E27FC236}">
                  <a16:creationId xmlns:a16="http://schemas.microsoft.com/office/drawing/2014/main" id="{11BD98CE-6263-C1BC-2813-5956D996C078}"/>
                </a:ext>
              </a:extLst>
            </p:cNvPr>
            <p:cNvSpPr/>
            <p:nvPr/>
          </p:nvSpPr>
          <p:spPr>
            <a:xfrm>
              <a:off x="3865467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8" name="Freeform 637">
              <a:extLst>
                <a:ext uri="{FF2B5EF4-FFF2-40B4-BE49-F238E27FC236}">
                  <a16:creationId xmlns:a16="http://schemas.microsoft.com/office/drawing/2014/main" id="{3DFF13E8-0612-03BB-88FA-41DDB3037554}"/>
                </a:ext>
              </a:extLst>
            </p:cNvPr>
            <p:cNvSpPr/>
            <p:nvPr/>
          </p:nvSpPr>
          <p:spPr>
            <a:xfrm>
              <a:off x="3956145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9" name="Freeform 638">
              <a:extLst>
                <a:ext uri="{FF2B5EF4-FFF2-40B4-BE49-F238E27FC236}">
                  <a16:creationId xmlns:a16="http://schemas.microsoft.com/office/drawing/2014/main" id="{EC0B8839-3408-651F-72D0-A949A691A08E}"/>
                </a:ext>
              </a:extLst>
            </p:cNvPr>
            <p:cNvSpPr/>
            <p:nvPr/>
          </p:nvSpPr>
          <p:spPr>
            <a:xfrm>
              <a:off x="3956145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0" name="Freeform 639">
              <a:extLst>
                <a:ext uri="{FF2B5EF4-FFF2-40B4-BE49-F238E27FC236}">
                  <a16:creationId xmlns:a16="http://schemas.microsoft.com/office/drawing/2014/main" id="{AA6DE375-1752-69C8-1A9B-EC9D0D0E6589}"/>
                </a:ext>
              </a:extLst>
            </p:cNvPr>
            <p:cNvSpPr/>
            <p:nvPr/>
          </p:nvSpPr>
          <p:spPr>
            <a:xfrm>
              <a:off x="3956145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1" name="Freeform 640">
              <a:extLst>
                <a:ext uri="{FF2B5EF4-FFF2-40B4-BE49-F238E27FC236}">
                  <a16:creationId xmlns:a16="http://schemas.microsoft.com/office/drawing/2014/main" id="{376CC259-140E-86AC-CEC1-AF9E8C58C395}"/>
                </a:ext>
              </a:extLst>
            </p:cNvPr>
            <p:cNvSpPr/>
            <p:nvPr/>
          </p:nvSpPr>
          <p:spPr>
            <a:xfrm>
              <a:off x="3956145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2" name="Freeform 641">
              <a:extLst>
                <a:ext uri="{FF2B5EF4-FFF2-40B4-BE49-F238E27FC236}">
                  <a16:creationId xmlns:a16="http://schemas.microsoft.com/office/drawing/2014/main" id="{E8A8C699-0229-D852-FAD7-0A9C29876FDA}"/>
                </a:ext>
              </a:extLst>
            </p:cNvPr>
            <p:cNvSpPr/>
            <p:nvPr/>
          </p:nvSpPr>
          <p:spPr>
            <a:xfrm>
              <a:off x="3956145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id="{0F5B5500-4611-2EA5-F457-4638ACA09E25}"/>
                </a:ext>
              </a:extLst>
            </p:cNvPr>
            <p:cNvSpPr/>
            <p:nvPr/>
          </p:nvSpPr>
          <p:spPr>
            <a:xfrm>
              <a:off x="3956145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4" name="Freeform 643">
              <a:extLst>
                <a:ext uri="{FF2B5EF4-FFF2-40B4-BE49-F238E27FC236}">
                  <a16:creationId xmlns:a16="http://schemas.microsoft.com/office/drawing/2014/main" id="{D297641D-6128-C989-B893-2B10C0C2D9CA}"/>
                </a:ext>
              </a:extLst>
            </p:cNvPr>
            <p:cNvSpPr/>
            <p:nvPr/>
          </p:nvSpPr>
          <p:spPr>
            <a:xfrm>
              <a:off x="3956145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5" name="Freeform 644">
              <a:extLst>
                <a:ext uri="{FF2B5EF4-FFF2-40B4-BE49-F238E27FC236}">
                  <a16:creationId xmlns:a16="http://schemas.microsoft.com/office/drawing/2014/main" id="{9A74CFE7-3EAB-AD6F-15AC-FC03E323438D}"/>
                </a:ext>
              </a:extLst>
            </p:cNvPr>
            <p:cNvSpPr/>
            <p:nvPr/>
          </p:nvSpPr>
          <p:spPr>
            <a:xfrm>
              <a:off x="3956145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6" name="Freeform 645">
              <a:extLst>
                <a:ext uri="{FF2B5EF4-FFF2-40B4-BE49-F238E27FC236}">
                  <a16:creationId xmlns:a16="http://schemas.microsoft.com/office/drawing/2014/main" id="{11794D7A-03B9-6DDB-A1E2-C3CF4E5F6CA8}"/>
                </a:ext>
              </a:extLst>
            </p:cNvPr>
            <p:cNvSpPr/>
            <p:nvPr/>
          </p:nvSpPr>
          <p:spPr>
            <a:xfrm>
              <a:off x="3956145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7" name="Freeform 646">
              <a:extLst>
                <a:ext uri="{FF2B5EF4-FFF2-40B4-BE49-F238E27FC236}">
                  <a16:creationId xmlns:a16="http://schemas.microsoft.com/office/drawing/2014/main" id="{C3417758-49F7-E824-60E3-C51DD3A98519}"/>
                </a:ext>
              </a:extLst>
            </p:cNvPr>
            <p:cNvSpPr/>
            <p:nvPr/>
          </p:nvSpPr>
          <p:spPr>
            <a:xfrm>
              <a:off x="3956145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8" name="Freeform 647">
              <a:extLst>
                <a:ext uri="{FF2B5EF4-FFF2-40B4-BE49-F238E27FC236}">
                  <a16:creationId xmlns:a16="http://schemas.microsoft.com/office/drawing/2014/main" id="{58CCD242-CE46-50ED-C2ED-9F63224D6CE6}"/>
                </a:ext>
              </a:extLst>
            </p:cNvPr>
            <p:cNvSpPr/>
            <p:nvPr/>
          </p:nvSpPr>
          <p:spPr>
            <a:xfrm>
              <a:off x="3956145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9" name="Freeform 648">
              <a:extLst>
                <a:ext uri="{FF2B5EF4-FFF2-40B4-BE49-F238E27FC236}">
                  <a16:creationId xmlns:a16="http://schemas.microsoft.com/office/drawing/2014/main" id="{FD3426A8-354A-5BD1-4FF8-A58FC794FAFE}"/>
                </a:ext>
              </a:extLst>
            </p:cNvPr>
            <p:cNvSpPr/>
            <p:nvPr/>
          </p:nvSpPr>
          <p:spPr>
            <a:xfrm>
              <a:off x="3956145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0" name="Freeform 649">
              <a:extLst>
                <a:ext uri="{FF2B5EF4-FFF2-40B4-BE49-F238E27FC236}">
                  <a16:creationId xmlns:a16="http://schemas.microsoft.com/office/drawing/2014/main" id="{1CEE1A3E-0AB5-0D75-629B-A4ACFDBC7287}"/>
                </a:ext>
              </a:extLst>
            </p:cNvPr>
            <p:cNvSpPr/>
            <p:nvPr/>
          </p:nvSpPr>
          <p:spPr>
            <a:xfrm>
              <a:off x="3956145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id="{2FF94177-7EC9-81C2-840F-B78A5F9C76B7}"/>
                </a:ext>
              </a:extLst>
            </p:cNvPr>
            <p:cNvSpPr/>
            <p:nvPr/>
          </p:nvSpPr>
          <p:spPr>
            <a:xfrm>
              <a:off x="3956145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2" name="Freeform 651">
              <a:extLst>
                <a:ext uri="{FF2B5EF4-FFF2-40B4-BE49-F238E27FC236}">
                  <a16:creationId xmlns:a16="http://schemas.microsoft.com/office/drawing/2014/main" id="{95C2F932-1DA5-E863-4A02-BC091DD814FE}"/>
                </a:ext>
              </a:extLst>
            </p:cNvPr>
            <p:cNvSpPr/>
            <p:nvPr/>
          </p:nvSpPr>
          <p:spPr>
            <a:xfrm>
              <a:off x="3956145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3" name="Freeform 652">
              <a:extLst>
                <a:ext uri="{FF2B5EF4-FFF2-40B4-BE49-F238E27FC236}">
                  <a16:creationId xmlns:a16="http://schemas.microsoft.com/office/drawing/2014/main" id="{0E73E868-A799-F6DD-AAE9-EFD73CF71022}"/>
                </a:ext>
              </a:extLst>
            </p:cNvPr>
            <p:cNvSpPr/>
            <p:nvPr/>
          </p:nvSpPr>
          <p:spPr>
            <a:xfrm>
              <a:off x="4046823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4" name="Freeform 653">
              <a:extLst>
                <a:ext uri="{FF2B5EF4-FFF2-40B4-BE49-F238E27FC236}">
                  <a16:creationId xmlns:a16="http://schemas.microsoft.com/office/drawing/2014/main" id="{A69BAB2D-4D18-AEA9-772E-0DEEEB414213}"/>
                </a:ext>
              </a:extLst>
            </p:cNvPr>
            <p:cNvSpPr/>
            <p:nvPr/>
          </p:nvSpPr>
          <p:spPr>
            <a:xfrm>
              <a:off x="4046823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5" name="Freeform 654">
              <a:extLst>
                <a:ext uri="{FF2B5EF4-FFF2-40B4-BE49-F238E27FC236}">
                  <a16:creationId xmlns:a16="http://schemas.microsoft.com/office/drawing/2014/main" id="{3C1D4EB0-E2FE-7938-B3C8-49E2D1642F04}"/>
                </a:ext>
              </a:extLst>
            </p:cNvPr>
            <p:cNvSpPr/>
            <p:nvPr/>
          </p:nvSpPr>
          <p:spPr>
            <a:xfrm>
              <a:off x="4046823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6" name="Freeform 655">
              <a:extLst>
                <a:ext uri="{FF2B5EF4-FFF2-40B4-BE49-F238E27FC236}">
                  <a16:creationId xmlns:a16="http://schemas.microsoft.com/office/drawing/2014/main" id="{95D1B417-6766-BF44-0DC1-E4A5227BFFFF}"/>
                </a:ext>
              </a:extLst>
            </p:cNvPr>
            <p:cNvSpPr/>
            <p:nvPr/>
          </p:nvSpPr>
          <p:spPr>
            <a:xfrm>
              <a:off x="4046823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7" name="Freeform 656">
              <a:extLst>
                <a:ext uri="{FF2B5EF4-FFF2-40B4-BE49-F238E27FC236}">
                  <a16:creationId xmlns:a16="http://schemas.microsoft.com/office/drawing/2014/main" id="{E8DD8D48-9DFF-6568-4EC4-2820924BF4E0}"/>
                </a:ext>
              </a:extLst>
            </p:cNvPr>
            <p:cNvSpPr/>
            <p:nvPr/>
          </p:nvSpPr>
          <p:spPr>
            <a:xfrm>
              <a:off x="4046823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8" name="Freeform 657">
              <a:extLst>
                <a:ext uri="{FF2B5EF4-FFF2-40B4-BE49-F238E27FC236}">
                  <a16:creationId xmlns:a16="http://schemas.microsoft.com/office/drawing/2014/main" id="{93F6F5CB-AD4D-6E47-061F-3B92BF2BE321}"/>
                </a:ext>
              </a:extLst>
            </p:cNvPr>
            <p:cNvSpPr/>
            <p:nvPr/>
          </p:nvSpPr>
          <p:spPr>
            <a:xfrm>
              <a:off x="4046823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9" name="Freeform 658">
              <a:extLst>
                <a:ext uri="{FF2B5EF4-FFF2-40B4-BE49-F238E27FC236}">
                  <a16:creationId xmlns:a16="http://schemas.microsoft.com/office/drawing/2014/main" id="{E1712A46-2A63-3F32-50E1-6A3FF70D3251}"/>
                </a:ext>
              </a:extLst>
            </p:cNvPr>
            <p:cNvSpPr/>
            <p:nvPr/>
          </p:nvSpPr>
          <p:spPr>
            <a:xfrm>
              <a:off x="4046823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0" name="Freeform 659">
              <a:extLst>
                <a:ext uri="{FF2B5EF4-FFF2-40B4-BE49-F238E27FC236}">
                  <a16:creationId xmlns:a16="http://schemas.microsoft.com/office/drawing/2014/main" id="{AEF0A8C0-EA8E-1C22-E3C0-47060AD15CF6}"/>
                </a:ext>
              </a:extLst>
            </p:cNvPr>
            <p:cNvSpPr/>
            <p:nvPr/>
          </p:nvSpPr>
          <p:spPr>
            <a:xfrm>
              <a:off x="4046823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 660">
              <a:extLst>
                <a:ext uri="{FF2B5EF4-FFF2-40B4-BE49-F238E27FC236}">
                  <a16:creationId xmlns:a16="http://schemas.microsoft.com/office/drawing/2014/main" id="{32105071-A313-9999-7563-3F2B34EC6737}"/>
                </a:ext>
              </a:extLst>
            </p:cNvPr>
            <p:cNvSpPr/>
            <p:nvPr/>
          </p:nvSpPr>
          <p:spPr>
            <a:xfrm>
              <a:off x="4046823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 661">
              <a:extLst>
                <a:ext uri="{FF2B5EF4-FFF2-40B4-BE49-F238E27FC236}">
                  <a16:creationId xmlns:a16="http://schemas.microsoft.com/office/drawing/2014/main" id="{C6F6CD0D-BD0A-F045-5B2B-A5F4F88B9317}"/>
                </a:ext>
              </a:extLst>
            </p:cNvPr>
            <p:cNvSpPr/>
            <p:nvPr/>
          </p:nvSpPr>
          <p:spPr>
            <a:xfrm>
              <a:off x="4046823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3" name="Freeform 662">
              <a:extLst>
                <a:ext uri="{FF2B5EF4-FFF2-40B4-BE49-F238E27FC236}">
                  <a16:creationId xmlns:a16="http://schemas.microsoft.com/office/drawing/2014/main" id="{FAE7CDCA-6532-FC1B-1D18-BB5795573F44}"/>
                </a:ext>
              </a:extLst>
            </p:cNvPr>
            <p:cNvSpPr/>
            <p:nvPr/>
          </p:nvSpPr>
          <p:spPr>
            <a:xfrm>
              <a:off x="4046823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4" name="Freeform 663">
              <a:extLst>
                <a:ext uri="{FF2B5EF4-FFF2-40B4-BE49-F238E27FC236}">
                  <a16:creationId xmlns:a16="http://schemas.microsoft.com/office/drawing/2014/main" id="{0FEA7C77-3B3A-E31E-B59C-87841E765997}"/>
                </a:ext>
              </a:extLst>
            </p:cNvPr>
            <p:cNvSpPr/>
            <p:nvPr/>
          </p:nvSpPr>
          <p:spPr>
            <a:xfrm>
              <a:off x="4046823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5" name="Freeform 664">
              <a:extLst>
                <a:ext uri="{FF2B5EF4-FFF2-40B4-BE49-F238E27FC236}">
                  <a16:creationId xmlns:a16="http://schemas.microsoft.com/office/drawing/2014/main" id="{648A395F-7069-F6DB-3F7C-2BC6A3229FEB}"/>
                </a:ext>
              </a:extLst>
            </p:cNvPr>
            <p:cNvSpPr/>
            <p:nvPr/>
          </p:nvSpPr>
          <p:spPr>
            <a:xfrm>
              <a:off x="4046823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 665">
              <a:extLst>
                <a:ext uri="{FF2B5EF4-FFF2-40B4-BE49-F238E27FC236}">
                  <a16:creationId xmlns:a16="http://schemas.microsoft.com/office/drawing/2014/main" id="{95E43CDB-7FA4-EC71-11BD-64A9D3A30D31}"/>
                </a:ext>
              </a:extLst>
            </p:cNvPr>
            <p:cNvSpPr/>
            <p:nvPr/>
          </p:nvSpPr>
          <p:spPr>
            <a:xfrm>
              <a:off x="4046823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 666">
              <a:extLst>
                <a:ext uri="{FF2B5EF4-FFF2-40B4-BE49-F238E27FC236}">
                  <a16:creationId xmlns:a16="http://schemas.microsoft.com/office/drawing/2014/main" id="{1256B69B-0445-F8A3-28BC-7C9662E721D1}"/>
                </a:ext>
              </a:extLst>
            </p:cNvPr>
            <p:cNvSpPr/>
            <p:nvPr/>
          </p:nvSpPr>
          <p:spPr>
            <a:xfrm>
              <a:off x="4046823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 667">
              <a:extLst>
                <a:ext uri="{FF2B5EF4-FFF2-40B4-BE49-F238E27FC236}">
                  <a16:creationId xmlns:a16="http://schemas.microsoft.com/office/drawing/2014/main" id="{93169C93-A035-7037-DAA3-F93AC622B925}"/>
                </a:ext>
              </a:extLst>
            </p:cNvPr>
            <p:cNvSpPr/>
            <p:nvPr/>
          </p:nvSpPr>
          <p:spPr>
            <a:xfrm>
              <a:off x="4137501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9" name="Freeform 668">
              <a:extLst>
                <a:ext uri="{FF2B5EF4-FFF2-40B4-BE49-F238E27FC236}">
                  <a16:creationId xmlns:a16="http://schemas.microsoft.com/office/drawing/2014/main" id="{8499F2E8-0D3D-0931-207C-0A78ACA575D6}"/>
                </a:ext>
              </a:extLst>
            </p:cNvPr>
            <p:cNvSpPr/>
            <p:nvPr/>
          </p:nvSpPr>
          <p:spPr>
            <a:xfrm>
              <a:off x="4137501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0" name="Freeform 669">
              <a:extLst>
                <a:ext uri="{FF2B5EF4-FFF2-40B4-BE49-F238E27FC236}">
                  <a16:creationId xmlns:a16="http://schemas.microsoft.com/office/drawing/2014/main" id="{FC3291CC-60EC-6D5B-93C4-EE2F52422E59}"/>
                </a:ext>
              </a:extLst>
            </p:cNvPr>
            <p:cNvSpPr/>
            <p:nvPr/>
          </p:nvSpPr>
          <p:spPr>
            <a:xfrm>
              <a:off x="4137501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 670">
              <a:extLst>
                <a:ext uri="{FF2B5EF4-FFF2-40B4-BE49-F238E27FC236}">
                  <a16:creationId xmlns:a16="http://schemas.microsoft.com/office/drawing/2014/main" id="{992A95BC-F87C-DFF9-4CD5-EF8ED8E36E00}"/>
                </a:ext>
              </a:extLst>
            </p:cNvPr>
            <p:cNvSpPr/>
            <p:nvPr/>
          </p:nvSpPr>
          <p:spPr>
            <a:xfrm>
              <a:off x="4137501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 671">
              <a:extLst>
                <a:ext uri="{FF2B5EF4-FFF2-40B4-BE49-F238E27FC236}">
                  <a16:creationId xmlns:a16="http://schemas.microsoft.com/office/drawing/2014/main" id="{B91FA93E-FC0C-AAD0-C9E5-7B78BEA76037}"/>
                </a:ext>
              </a:extLst>
            </p:cNvPr>
            <p:cNvSpPr/>
            <p:nvPr/>
          </p:nvSpPr>
          <p:spPr>
            <a:xfrm>
              <a:off x="4137501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 672">
              <a:extLst>
                <a:ext uri="{FF2B5EF4-FFF2-40B4-BE49-F238E27FC236}">
                  <a16:creationId xmlns:a16="http://schemas.microsoft.com/office/drawing/2014/main" id="{7307A19F-4AE9-CB00-1D0E-FE618CBAD8BD}"/>
                </a:ext>
              </a:extLst>
            </p:cNvPr>
            <p:cNvSpPr/>
            <p:nvPr/>
          </p:nvSpPr>
          <p:spPr>
            <a:xfrm>
              <a:off x="4137501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 673">
              <a:extLst>
                <a:ext uri="{FF2B5EF4-FFF2-40B4-BE49-F238E27FC236}">
                  <a16:creationId xmlns:a16="http://schemas.microsoft.com/office/drawing/2014/main" id="{4A714869-335A-2D78-BFD2-090BD89F8EA9}"/>
                </a:ext>
              </a:extLst>
            </p:cNvPr>
            <p:cNvSpPr/>
            <p:nvPr/>
          </p:nvSpPr>
          <p:spPr>
            <a:xfrm>
              <a:off x="4137501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 674">
              <a:extLst>
                <a:ext uri="{FF2B5EF4-FFF2-40B4-BE49-F238E27FC236}">
                  <a16:creationId xmlns:a16="http://schemas.microsoft.com/office/drawing/2014/main" id="{B3A11504-4619-D1F5-01A8-FC419E6ED5BB}"/>
                </a:ext>
              </a:extLst>
            </p:cNvPr>
            <p:cNvSpPr/>
            <p:nvPr/>
          </p:nvSpPr>
          <p:spPr>
            <a:xfrm>
              <a:off x="4137501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6" name="Freeform 675">
              <a:extLst>
                <a:ext uri="{FF2B5EF4-FFF2-40B4-BE49-F238E27FC236}">
                  <a16:creationId xmlns:a16="http://schemas.microsoft.com/office/drawing/2014/main" id="{9307FDAD-111C-10B6-3230-ED00CB37F74C}"/>
                </a:ext>
              </a:extLst>
            </p:cNvPr>
            <p:cNvSpPr/>
            <p:nvPr/>
          </p:nvSpPr>
          <p:spPr>
            <a:xfrm>
              <a:off x="4137501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7" name="Freeform 676">
              <a:extLst>
                <a:ext uri="{FF2B5EF4-FFF2-40B4-BE49-F238E27FC236}">
                  <a16:creationId xmlns:a16="http://schemas.microsoft.com/office/drawing/2014/main" id="{5C10A091-9EC3-E644-0170-D1436799AA68}"/>
                </a:ext>
              </a:extLst>
            </p:cNvPr>
            <p:cNvSpPr/>
            <p:nvPr/>
          </p:nvSpPr>
          <p:spPr>
            <a:xfrm>
              <a:off x="4137501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8" name="Freeform 677">
              <a:extLst>
                <a:ext uri="{FF2B5EF4-FFF2-40B4-BE49-F238E27FC236}">
                  <a16:creationId xmlns:a16="http://schemas.microsoft.com/office/drawing/2014/main" id="{CD870074-BE07-C20E-10CE-BDFC36F4ED6D}"/>
                </a:ext>
              </a:extLst>
            </p:cNvPr>
            <p:cNvSpPr/>
            <p:nvPr/>
          </p:nvSpPr>
          <p:spPr>
            <a:xfrm>
              <a:off x="4137501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9" name="Freeform 678">
              <a:extLst>
                <a:ext uri="{FF2B5EF4-FFF2-40B4-BE49-F238E27FC236}">
                  <a16:creationId xmlns:a16="http://schemas.microsoft.com/office/drawing/2014/main" id="{014F6BB7-03A7-A6F5-E269-132300A77125}"/>
                </a:ext>
              </a:extLst>
            </p:cNvPr>
            <p:cNvSpPr/>
            <p:nvPr/>
          </p:nvSpPr>
          <p:spPr>
            <a:xfrm>
              <a:off x="4137501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0" name="Freeform 679">
              <a:extLst>
                <a:ext uri="{FF2B5EF4-FFF2-40B4-BE49-F238E27FC236}">
                  <a16:creationId xmlns:a16="http://schemas.microsoft.com/office/drawing/2014/main" id="{38F3DCA4-2E2A-C6DC-AEA4-2E6974BFB43B}"/>
                </a:ext>
              </a:extLst>
            </p:cNvPr>
            <p:cNvSpPr/>
            <p:nvPr/>
          </p:nvSpPr>
          <p:spPr>
            <a:xfrm>
              <a:off x="4137501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1" name="Freeform 680">
              <a:extLst>
                <a:ext uri="{FF2B5EF4-FFF2-40B4-BE49-F238E27FC236}">
                  <a16:creationId xmlns:a16="http://schemas.microsoft.com/office/drawing/2014/main" id="{41D4942B-BCA6-CF6B-9111-DA08FE849909}"/>
                </a:ext>
              </a:extLst>
            </p:cNvPr>
            <p:cNvSpPr/>
            <p:nvPr/>
          </p:nvSpPr>
          <p:spPr>
            <a:xfrm>
              <a:off x="4137501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2" name="Freeform 681">
              <a:extLst>
                <a:ext uri="{FF2B5EF4-FFF2-40B4-BE49-F238E27FC236}">
                  <a16:creationId xmlns:a16="http://schemas.microsoft.com/office/drawing/2014/main" id="{5C2E1318-FF18-B868-DDF7-A47C7D05E89B}"/>
                </a:ext>
              </a:extLst>
            </p:cNvPr>
            <p:cNvSpPr/>
            <p:nvPr/>
          </p:nvSpPr>
          <p:spPr>
            <a:xfrm>
              <a:off x="4137501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3" name="Freeform 682">
              <a:extLst>
                <a:ext uri="{FF2B5EF4-FFF2-40B4-BE49-F238E27FC236}">
                  <a16:creationId xmlns:a16="http://schemas.microsoft.com/office/drawing/2014/main" id="{A5B1FF22-9C57-B5C6-4920-197E7B86C9B9}"/>
                </a:ext>
              </a:extLst>
            </p:cNvPr>
            <p:cNvSpPr/>
            <p:nvPr/>
          </p:nvSpPr>
          <p:spPr>
            <a:xfrm>
              <a:off x="4228179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4" name="Freeform 683">
              <a:extLst>
                <a:ext uri="{FF2B5EF4-FFF2-40B4-BE49-F238E27FC236}">
                  <a16:creationId xmlns:a16="http://schemas.microsoft.com/office/drawing/2014/main" id="{D6E56A39-316E-A921-8CDB-02A04BDF63E4}"/>
                </a:ext>
              </a:extLst>
            </p:cNvPr>
            <p:cNvSpPr/>
            <p:nvPr/>
          </p:nvSpPr>
          <p:spPr>
            <a:xfrm>
              <a:off x="4228179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5" name="Freeform 684">
              <a:extLst>
                <a:ext uri="{FF2B5EF4-FFF2-40B4-BE49-F238E27FC236}">
                  <a16:creationId xmlns:a16="http://schemas.microsoft.com/office/drawing/2014/main" id="{F1AABCB3-607E-7532-8A5D-7BC91E947F6A}"/>
                </a:ext>
              </a:extLst>
            </p:cNvPr>
            <p:cNvSpPr/>
            <p:nvPr/>
          </p:nvSpPr>
          <p:spPr>
            <a:xfrm>
              <a:off x="4228179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6" name="Freeform 685">
              <a:extLst>
                <a:ext uri="{FF2B5EF4-FFF2-40B4-BE49-F238E27FC236}">
                  <a16:creationId xmlns:a16="http://schemas.microsoft.com/office/drawing/2014/main" id="{5986DB29-AF7B-EB4B-F524-76A19C708A40}"/>
                </a:ext>
              </a:extLst>
            </p:cNvPr>
            <p:cNvSpPr/>
            <p:nvPr/>
          </p:nvSpPr>
          <p:spPr>
            <a:xfrm>
              <a:off x="4228179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7" name="Freeform 686">
              <a:extLst>
                <a:ext uri="{FF2B5EF4-FFF2-40B4-BE49-F238E27FC236}">
                  <a16:creationId xmlns:a16="http://schemas.microsoft.com/office/drawing/2014/main" id="{E76A4D3C-DC85-53AA-4419-7C23E2F6E19B}"/>
                </a:ext>
              </a:extLst>
            </p:cNvPr>
            <p:cNvSpPr/>
            <p:nvPr/>
          </p:nvSpPr>
          <p:spPr>
            <a:xfrm>
              <a:off x="4228179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8" name="Freeform 687">
              <a:extLst>
                <a:ext uri="{FF2B5EF4-FFF2-40B4-BE49-F238E27FC236}">
                  <a16:creationId xmlns:a16="http://schemas.microsoft.com/office/drawing/2014/main" id="{2AB92F81-B5FB-846C-66EA-F1FBF5C88D61}"/>
                </a:ext>
              </a:extLst>
            </p:cNvPr>
            <p:cNvSpPr/>
            <p:nvPr/>
          </p:nvSpPr>
          <p:spPr>
            <a:xfrm>
              <a:off x="4228179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9" name="Freeform 688">
              <a:extLst>
                <a:ext uri="{FF2B5EF4-FFF2-40B4-BE49-F238E27FC236}">
                  <a16:creationId xmlns:a16="http://schemas.microsoft.com/office/drawing/2014/main" id="{BFDCFBE4-F697-1559-1BAF-B2C17190F1B1}"/>
                </a:ext>
              </a:extLst>
            </p:cNvPr>
            <p:cNvSpPr/>
            <p:nvPr/>
          </p:nvSpPr>
          <p:spPr>
            <a:xfrm>
              <a:off x="4228179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0" name="Freeform 689">
              <a:extLst>
                <a:ext uri="{FF2B5EF4-FFF2-40B4-BE49-F238E27FC236}">
                  <a16:creationId xmlns:a16="http://schemas.microsoft.com/office/drawing/2014/main" id="{672E3E0D-C17D-01B2-C173-5E00B53E5332}"/>
                </a:ext>
              </a:extLst>
            </p:cNvPr>
            <p:cNvSpPr/>
            <p:nvPr/>
          </p:nvSpPr>
          <p:spPr>
            <a:xfrm>
              <a:off x="4228179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1" name="Freeform 690">
              <a:extLst>
                <a:ext uri="{FF2B5EF4-FFF2-40B4-BE49-F238E27FC236}">
                  <a16:creationId xmlns:a16="http://schemas.microsoft.com/office/drawing/2014/main" id="{B1258E59-799C-322E-34B0-F60DE8F9E99E}"/>
                </a:ext>
              </a:extLst>
            </p:cNvPr>
            <p:cNvSpPr/>
            <p:nvPr/>
          </p:nvSpPr>
          <p:spPr>
            <a:xfrm>
              <a:off x="4228179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2" name="Freeform 691">
              <a:extLst>
                <a:ext uri="{FF2B5EF4-FFF2-40B4-BE49-F238E27FC236}">
                  <a16:creationId xmlns:a16="http://schemas.microsoft.com/office/drawing/2014/main" id="{76E48939-A78D-8333-047C-06BAE0C1A884}"/>
                </a:ext>
              </a:extLst>
            </p:cNvPr>
            <p:cNvSpPr/>
            <p:nvPr/>
          </p:nvSpPr>
          <p:spPr>
            <a:xfrm>
              <a:off x="4228179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 692">
              <a:extLst>
                <a:ext uri="{FF2B5EF4-FFF2-40B4-BE49-F238E27FC236}">
                  <a16:creationId xmlns:a16="http://schemas.microsoft.com/office/drawing/2014/main" id="{84CD40BE-275C-731F-9205-DE43EB14AE2D}"/>
                </a:ext>
              </a:extLst>
            </p:cNvPr>
            <p:cNvSpPr/>
            <p:nvPr/>
          </p:nvSpPr>
          <p:spPr>
            <a:xfrm>
              <a:off x="4228179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 693">
              <a:extLst>
                <a:ext uri="{FF2B5EF4-FFF2-40B4-BE49-F238E27FC236}">
                  <a16:creationId xmlns:a16="http://schemas.microsoft.com/office/drawing/2014/main" id="{480BF7D2-81DF-F5B3-062B-CD705CE0194B}"/>
                </a:ext>
              </a:extLst>
            </p:cNvPr>
            <p:cNvSpPr/>
            <p:nvPr/>
          </p:nvSpPr>
          <p:spPr>
            <a:xfrm>
              <a:off x="4228179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 694">
              <a:extLst>
                <a:ext uri="{FF2B5EF4-FFF2-40B4-BE49-F238E27FC236}">
                  <a16:creationId xmlns:a16="http://schemas.microsoft.com/office/drawing/2014/main" id="{F48BC432-282E-E478-3A15-C7EEE9DDA3DA}"/>
                </a:ext>
              </a:extLst>
            </p:cNvPr>
            <p:cNvSpPr/>
            <p:nvPr/>
          </p:nvSpPr>
          <p:spPr>
            <a:xfrm>
              <a:off x="4228179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 695">
              <a:extLst>
                <a:ext uri="{FF2B5EF4-FFF2-40B4-BE49-F238E27FC236}">
                  <a16:creationId xmlns:a16="http://schemas.microsoft.com/office/drawing/2014/main" id="{74AD30D8-7CEA-AA9F-0F32-18A6E4ABC95D}"/>
                </a:ext>
              </a:extLst>
            </p:cNvPr>
            <p:cNvSpPr/>
            <p:nvPr/>
          </p:nvSpPr>
          <p:spPr>
            <a:xfrm>
              <a:off x="4228179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 696">
              <a:extLst>
                <a:ext uri="{FF2B5EF4-FFF2-40B4-BE49-F238E27FC236}">
                  <a16:creationId xmlns:a16="http://schemas.microsoft.com/office/drawing/2014/main" id="{376340F7-1739-118D-A494-611CB111AEFB}"/>
                </a:ext>
              </a:extLst>
            </p:cNvPr>
            <p:cNvSpPr/>
            <p:nvPr/>
          </p:nvSpPr>
          <p:spPr>
            <a:xfrm>
              <a:off x="4228179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 697">
              <a:extLst>
                <a:ext uri="{FF2B5EF4-FFF2-40B4-BE49-F238E27FC236}">
                  <a16:creationId xmlns:a16="http://schemas.microsoft.com/office/drawing/2014/main" id="{40515A65-0B8B-2683-E220-02C444C22DDF}"/>
                </a:ext>
              </a:extLst>
            </p:cNvPr>
            <p:cNvSpPr/>
            <p:nvPr/>
          </p:nvSpPr>
          <p:spPr>
            <a:xfrm>
              <a:off x="4318857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 698">
              <a:extLst>
                <a:ext uri="{FF2B5EF4-FFF2-40B4-BE49-F238E27FC236}">
                  <a16:creationId xmlns:a16="http://schemas.microsoft.com/office/drawing/2014/main" id="{0109F008-475C-15B0-EFD1-B94D8FBCB61C}"/>
                </a:ext>
              </a:extLst>
            </p:cNvPr>
            <p:cNvSpPr/>
            <p:nvPr/>
          </p:nvSpPr>
          <p:spPr>
            <a:xfrm>
              <a:off x="4318857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 699">
              <a:extLst>
                <a:ext uri="{FF2B5EF4-FFF2-40B4-BE49-F238E27FC236}">
                  <a16:creationId xmlns:a16="http://schemas.microsoft.com/office/drawing/2014/main" id="{31ED0941-CDF2-0E1A-B1DC-45ACADE962A3}"/>
                </a:ext>
              </a:extLst>
            </p:cNvPr>
            <p:cNvSpPr/>
            <p:nvPr/>
          </p:nvSpPr>
          <p:spPr>
            <a:xfrm>
              <a:off x="4318857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 700">
              <a:extLst>
                <a:ext uri="{FF2B5EF4-FFF2-40B4-BE49-F238E27FC236}">
                  <a16:creationId xmlns:a16="http://schemas.microsoft.com/office/drawing/2014/main" id="{719AA63E-0D64-BE93-1ABA-FACEF31DD094}"/>
                </a:ext>
              </a:extLst>
            </p:cNvPr>
            <p:cNvSpPr/>
            <p:nvPr/>
          </p:nvSpPr>
          <p:spPr>
            <a:xfrm>
              <a:off x="4318857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 701">
              <a:extLst>
                <a:ext uri="{FF2B5EF4-FFF2-40B4-BE49-F238E27FC236}">
                  <a16:creationId xmlns:a16="http://schemas.microsoft.com/office/drawing/2014/main" id="{5D102B25-5FFA-0FE0-3F29-6AC304A23372}"/>
                </a:ext>
              </a:extLst>
            </p:cNvPr>
            <p:cNvSpPr/>
            <p:nvPr/>
          </p:nvSpPr>
          <p:spPr>
            <a:xfrm>
              <a:off x="4318857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 702">
              <a:extLst>
                <a:ext uri="{FF2B5EF4-FFF2-40B4-BE49-F238E27FC236}">
                  <a16:creationId xmlns:a16="http://schemas.microsoft.com/office/drawing/2014/main" id="{790FCC15-9D75-BDEA-08DB-D9335BBD3066}"/>
                </a:ext>
              </a:extLst>
            </p:cNvPr>
            <p:cNvSpPr/>
            <p:nvPr/>
          </p:nvSpPr>
          <p:spPr>
            <a:xfrm>
              <a:off x="4318857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 703">
              <a:extLst>
                <a:ext uri="{FF2B5EF4-FFF2-40B4-BE49-F238E27FC236}">
                  <a16:creationId xmlns:a16="http://schemas.microsoft.com/office/drawing/2014/main" id="{EB3FDA16-9014-496B-A902-596FFE96BF22}"/>
                </a:ext>
              </a:extLst>
            </p:cNvPr>
            <p:cNvSpPr/>
            <p:nvPr/>
          </p:nvSpPr>
          <p:spPr>
            <a:xfrm>
              <a:off x="4318857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 704">
              <a:extLst>
                <a:ext uri="{FF2B5EF4-FFF2-40B4-BE49-F238E27FC236}">
                  <a16:creationId xmlns:a16="http://schemas.microsoft.com/office/drawing/2014/main" id="{1FFB044F-C3F7-7876-C939-A8D5B4A5E270}"/>
                </a:ext>
              </a:extLst>
            </p:cNvPr>
            <p:cNvSpPr/>
            <p:nvPr/>
          </p:nvSpPr>
          <p:spPr>
            <a:xfrm>
              <a:off x="4318857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 705">
              <a:extLst>
                <a:ext uri="{FF2B5EF4-FFF2-40B4-BE49-F238E27FC236}">
                  <a16:creationId xmlns:a16="http://schemas.microsoft.com/office/drawing/2014/main" id="{68FC15BF-F004-4EA2-1361-11AD65BE0FC2}"/>
                </a:ext>
              </a:extLst>
            </p:cNvPr>
            <p:cNvSpPr/>
            <p:nvPr/>
          </p:nvSpPr>
          <p:spPr>
            <a:xfrm>
              <a:off x="4318857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 706">
              <a:extLst>
                <a:ext uri="{FF2B5EF4-FFF2-40B4-BE49-F238E27FC236}">
                  <a16:creationId xmlns:a16="http://schemas.microsoft.com/office/drawing/2014/main" id="{A1D77A13-4300-4EA2-DA59-2CFFDAAA4EB6}"/>
                </a:ext>
              </a:extLst>
            </p:cNvPr>
            <p:cNvSpPr/>
            <p:nvPr/>
          </p:nvSpPr>
          <p:spPr>
            <a:xfrm>
              <a:off x="4318857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 707">
              <a:extLst>
                <a:ext uri="{FF2B5EF4-FFF2-40B4-BE49-F238E27FC236}">
                  <a16:creationId xmlns:a16="http://schemas.microsoft.com/office/drawing/2014/main" id="{CA739900-1479-4473-E7B1-A7C07B285A1E}"/>
                </a:ext>
              </a:extLst>
            </p:cNvPr>
            <p:cNvSpPr/>
            <p:nvPr/>
          </p:nvSpPr>
          <p:spPr>
            <a:xfrm>
              <a:off x="4318857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9" name="Freeform 708">
              <a:extLst>
                <a:ext uri="{FF2B5EF4-FFF2-40B4-BE49-F238E27FC236}">
                  <a16:creationId xmlns:a16="http://schemas.microsoft.com/office/drawing/2014/main" id="{5CC546BD-EADC-709A-C4DD-4E0B2B9A5043}"/>
                </a:ext>
              </a:extLst>
            </p:cNvPr>
            <p:cNvSpPr/>
            <p:nvPr/>
          </p:nvSpPr>
          <p:spPr>
            <a:xfrm>
              <a:off x="4318857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0" name="Freeform 709">
              <a:extLst>
                <a:ext uri="{FF2B5EF4-FFF2-40B4-BE49-F238E27FC236}">
                  <a16:creationId xmlns:a16="http://schemas.microsoft.com/office/drawing/2014/main" id="{0012C89E-4A14-CAD7-C340-B1D5FD76D59B}"/>
                </a:ext>
              </a:extLst>
            </p:cNvPr>
            <p:cNvSpPr/>
            <p:nvPr/>
          </p:nvSpPr>
          <p:spPr>
            <a:xfrm>
              <a:off x="4318857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1" name="Freeform 710">
              <a:extLst>
                <a:ext uri="{FF2B5EF4-FFF2-40B4-BE49-F238E27FC236}">
                  <a16:creationId xmlns:a16="http://schemas.microsoft.com/office/drawing/2014/main" id="{EB58504E-2138-94EF-6B94-57807E28CE52}"/>
                </a:ext>
              </a:extLst>
            </p:cNvPr>
            <p:cNvSpPr/>
            <p:nvPr/>
          </p:nvSpPr>
          <p:spPr>
            <a:xfrm>
              <a:off x="4318857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2" name="Freeform 711">
              <a:extLst>
                <a:ext uri="{FF2B5EF4-FFF2-40B4-BE49-F238E27FC236}">
                  <a16:creationId xmlns:a16="http://schemas.microsoft.com/office/drawing/2014/main" id="{B17B10D8-A0F4-1DA0-6D4F-9000583E3B7D}"/>
                </a:ext>
              </a:extLst>
            </p:cNvPr>
            <p:cNvSpPr/>
            <p:nvPr/>
          </p:nvSpPr>
          <p:spPr>
            <a:xfrm>
              <a:off x="4318857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3" name="Freeform 712">
              <a:extLst>
                <a:ext uri="{FF2B5EF4-FFF2-40B4-BE49-F238E27FC236}">
                  <a16:creationId xmlns:a16="http://schemas.microsoft.com/office/drawing/2014/main" id="{488D3C1F-3B3D-BED5-F451-E549C11F4E24}"/>
                </a:ext>
              </a:extLst>
            </p:cNvPr>
            <p:cNvSpPr/>
            <p:nvPr/>
          </p:nvSpPr>
          <p:spPr>
            <a:xfrm>
              <a:off x="4409535" y="269988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 713">
              <a:extLst>
                <a:ext uri="{FF2B5EF4-FFF2-40B4-BE49-F238E27FC236}">
                  <a16:creationId xmlns:a16="http://schemas.microsoft.com/office/drawing/2014/main" id="{8328F3E2-EEC7-3693-5B52-587304C5509C}"/>
                </a:ext>
              </a:extLst>
            </p:cNvPr>
            <p:cNvSpPr/>
            <p:nvPr/>
          </p:nvSpPr>
          <p:spPr>
            <a:xfrm>
              <a:off x="4409535" y="255828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 714">
              <a:extLst>
                <a:ext uri="{FF2B5EF4-FFF2-40B4-BE49-F238E27FC236}">
                  <a16:creationId xmlns:a16="http://schemas.microsoft.com/office/drawing/2014/main" id="{5B3A8B34-E8C7-AD0A-A3DA-D332F1DB986B}"/>
                </a:ext>
              </a:extLst>
            </p:cNvPr>
            <p:cNvSpPr/>
            <p:nvPr/>
          </p:nvSpPr>
          <p:spPr>
            <a:xfrm>
              <a:off x="4409535" y="24166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 715">
              <a:extLst>
                <a:ext uri="{FF2B5EF4-FFF2-40B4-BE49-F238E27FC236}">
                  <a16:creationId xmlns:a16="http://schemas.microsoft.com/office/drawing/2014/main" id="{31F932BE-2E6B-2614-005D-9BDD57A866C3}"/>
                </a:ext>
              </a:extLst>
            </p:cNvPr>
            <p:cNvSpPr/>
            <p:nvPr/>
          </p:nvSpPr>
          <p:spPr>
            <a:xfrm>
              <a:off x="4409535" y="227500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 716">
              <a:extLst>
                <a:ext uri="{FF2B5EF4-FFF2-40B4-BE49-F238E27FC236}">
                  <a16:creationId xmlns:a16="http://schemas.microsoft.com/office/drawing/2014/main" id="{2AFB1D39-9C70-3D73-540F-280AB10A33FE}"/>
                </a:ext>
              </a:extLst>
            </p:cNvPr>
            <p:cNvSpPr/>
            <p:nvPr/>
          </p:nvSpPr>
          <p:spPr>
            <a:xfrm>
              <a:off x="4409535" y="213341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 717">
              <a:extLst>
                <a:ext uri="{FF2B5EF4-FFF2-40B4-BE49-F238E27FC236}">
                  <a16:creationId xmlns:a16="http://schemas.microsoft.com/office/drawing/2014/main" id="{D2385C63-7373-83B5-C69E-6ED50DF08764}"/>
                </a:ext>
              </a:extLst>
            </p:cNvPr>
            <p:cNvSpPr/>
            <p:nvPr/>
          </p:nvSpPr>
          <p:spPr>
            <a:xfrm>
              <a:off x="4409535" y="199182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 718">
              <a:extLst>
                <a:ext uri="{FF2B5EF4-FFF2-40B4-BE49-F238E27FC236}">
                  <a16:creationId xmlns:a16="http://schemas.microsoft.com/office/drawing/2014/main" id="{F760E408-B0B9-A24A-3C78-02C8CADA3C1F}"/>
                </a:ext>
              </a:extLst>
            </p:cNvPr>
            <p:cNvSpPr/>
            <p:nvPr/>
          </p:nvSpPr>
          <p:spPr>
            <a:xfrm>
              <a:off x="4409535" y="185013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 719">
              <a:extLst>
                <a:ext uri="{FF2B5EF4-FFF2-40B4-BE49-F238E27FC236}">
                  <a16:creationId xmlns:a16="http://schemas.microsoft.com/office/drawing/2014/main" id="{9CF39355-579C-85B9-80C2-E5325591761E}"/>
                </a:ext>
              </a:extLst>
            </p:cNvPr>
            <p:cNvSpPr/>
            <p:nvPr/>
          </p:nvSpPr>
          <p:spPr>
            <a:xfrm>
              <a:off x="4409535" y="170854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 720">
              <a:extLst>
                <a:ext uri="{FF2B5EF4-FFF2-40B4-BE49-F238E27FC236}">
                  <a16:creationId xmlns:a16="http://schemas.microsoft.com/office/drawing/2014/main" id="{C2C5A74F-F685-06D3-EF96-CE8168E4773F}"/>
                </a:ext>
              </a:extLst>
            </p:cNvPr>
            <p:cNvSpPr/>
            <p:nvPr/>
          </p:nvSpPr>
          <p:spPr>
            <a:xfrm>
              <a:off x="4409535" y="156694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 721">
              <a:extLst>
                <a:ext uri="{FF2B5EF4-FFF2-40B4-BE49-F238E27FC236}">
                  <a16:creationId xmlns:a16="http://schemas.microsoft.com/office/drawing/2014/main" id="{3E5F6BA4-B3D0-8BCF-35C0-59AC7DDC0803}"/>
                </a:ext>
              </a:extLst>
            </p:cNvPr>
            <p:cNvSpPr/>
            <p:nvPr/>
          </p:nvSpPr>
          <p:spPr>
            <a:xfrm>
              <a:off x="4409535" y="142526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 722">
              <a:extLst>
                <a:ext uri="{FF2B5EF4-FFF2-40B4-BE49-F238E27FC236}">
                  <a16:creationId xmlns:a16="http://schemas.microsoft.com/office/drawing/2014/main" id="{1619FB6C-92E2-A51A-EB55-0708549D0D52}"/>
                </a:ext>
              </a:extLst>
            </p:cNvPr>
            <p:cNvSpPr/>
            <p:nvPr/>
          </p:nvSpPr>
          <p:spPr>
            <a:xfrm>
              <a:off x="4409535" y="128366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 723">
              <a:extLst>
                <a:ext uri="{FF2B5EF4-FFF2-40B4-BE49-F238E27FC236}">
                  <a16:creationId xmlns:a16="http://schemas.microsoft.com/office/drawing/2014/main" id="{0E61DB5F-7E06-E924-328B-664500DD3111}"/>
                </a:ext>
              </a:extLst>
            </p:cNvPr>
            <p:cNvSpPr/>
            <p:nvPr/>
          </p:nvSpPr>
          <p:spPr>
            <a:xfrm>
              <a:off x="4409535" y="114207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 724">
              <a:extLst>
                <a:ext uri="{FF2B5EF4-FFF2-40B4-BE49-F238E27FC236}">
                  <a16:creationId xmlns:a16="http://schemas.microsoft.com/office/drawing/2014/main" id="{86C3105E-F63E-AA69-21A4-67B7F3E8A542}"/>
                </a:ext>
              </a:extLst>
            </p:cNvPr>
            <p:cNvSpPr/>
            <p:nvPr/>
          </p:nvSpPr>
          <p:spPr>
            <a:xfrm>
              <a:off x="4409535" y="100039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 725">
              <a:extLst>
                <a:ext uri="{FF2B5EF4-FFF2-40B4-BE49-F238E27FC236}">
                  <a16:creationId xmlns:a16="http://schemas.microsoft.com/office/drawing/2014/main" id="{C68C1070-0DAD-A7C0-C609-323F9869A460}"/>
                </a:ext>
              </a:extLst>
            </p:cNvPr>
            <p:cNvSpPr/>
            <p:nvPr/>
          </p:nvSpPr>
          <p:spPr>
            <a:xfrm>
              <a:off x="4409535" y="85879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 726">
              <a:extLst>
                <a:ext uri="{FF2B5EF4-FFF2-40B4-BE49-F238E27FC236}">
                  <a16:creationId xmlns:a16="http://schemas.microsoft.com/office/drawing/2014/main" id="{4ABC36FE-3C54-306F-34B3-00DC6A3F573A}"/>
                </a:ext>
              </a:extLst>
            </p:cNvPr>
            <p:cNvSpPr/>
            <p:nvPr/>
          </p:nvSpPr>
          <p:spPr>
            <a:xfrm>
              <a:off x="4409535" y="71720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28" name="Graphic 4">
            <a:extLst>
              <a:ext uri="{FF2B5EF4-FFF2-40B4-BE49-F238E27FC236}">
                <a16:creationId xmlns:a16="http://schemas.microsoft.com/office/drawing/2014/main" id="{8A5CAB95-4D8A-063D-D6D1-5B147CBF9E19}"/>
              </a:ext>
            </a:extLst>
          </p:cNvPr>
          <p:cNvGrpSpPr/>
          <p:nvPr/>
        </p:nvGrpSpPr>
        <p:grpSpPr>
          <a:xfrm>
            <a:off x="3584347" y="3114770"/>
            <a:ext cx="924951" cy="2152702"/>
            <a:chOff x="3584347" y="3114770"/>
            <a:chExt cx="924951" cy="2152702"/>
          </a:xfrm>
        </p:grpSpPr>
        <p:sp>
          <p:nvSpPr>
            <p:cNvPr id="729" name="Freeform 728">
              <a:extLst>
                <a:ext uri="{FF2B5EF4-FFF2-40B4-BE49-F238E27FC236}">
                  <a16:creationId xmlns:a16="http://schemas.microsoft.com/office/drawing/2014/main" id="{A2D27420-CE2E-136F-68EB-0D919FD5DB3C}"/>
                </a:ext>
              </a:extLst>
            </p:cNvPr>
            <p:cNvSpPr/>
            <p:nvPr/>
          </p:nvSpPr>
          <p:spPr>
            <a:xfrm>
              <a:off x="3584347" y="3114770"/>
              <a:ext cx="924951" cy="2152702"/>
            </a:xfrm>
            <a:custGeom>
              <a:avLst/>
              <a:gdLst>
                <a:gd name="connsiteX0" fmla="*/ 0 w 924951"/>
                <a:gd name="connsiteY0" fmla="*/ 0 h 2152702"/>
                <a:gd name="connsiteX1" fmla="*/ 924952 w 924951"/>
                <a:gd name="connsiteY1" fmla="*/ 0 h 2152702"/>
                <a:gd name="connsiteX2" fmla="*/ 924952 w 924951"/>
                <a:gd name="connsiteY2" fmla="*/ 2152703 h 2152702"/>
                <a:gd name="connsiteX3" fmla="*/ 0 w 924951"/>
                <a:gd name="connsiteY3" fmla="*/ 2152703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2152702">
                  <a:moveTo>
                    <a:pt x="0" y="0"/>
                  </a:moveTo>
                  <a:lnTo>
                    <a:pt x="924952" y="0"/>
                  </a:lnTo>
                  <a:lnTo>
                    <a:pt x="924952" y="2152703"/>
                  </a:lnTo>
                  <a:lnTo>
                    <a:pt x="0" y="2152703"/>
                  </a:lnTo>
                  <a:close/>
                </a:path>
              </a:pathLst>
            </a:custGeom>
            <a:solidFill>
              <a:srgbClr val="555555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 729">
              <a:extLst>
                <a:ext uri="{FF2B5EF4-FFF2-40B4-BE49-F238E27FC236}">
                  <a16:creationId xmlns:a16="http://schemas.microsoft.com/office/drawing/2014/main" id="{F6040787-8FC4-5D4D-A2E9-63BA69B016F8}"/>
                </a:ext>
              </a:extLst>
            </p:cNvPr>
            <p:cNvSpPr/>
            <p:nvPr/>
          </p:nvSpPr>
          <p:spPr>
            <a:xfrm>
              <a:off x="3593433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" name="Freeform 730">
              <a:extLst>
                <a:ext uri="{FF2B5EF4-FFF2-40B4-BE49-F238E27FC236}">
                  <a16:creationId xmlns:a16="http://schemas.microsoft.com/office/drawing/2014/main" id="{86A7E76B-96E9-C6A1-D76A-8655F1022D7E}"/>
                </a:ext>
              </a:extLst>
            </p:cNvPr>
            <p:cNvSpPr/>
            <p:nvPr/>
          </p:nvSpPr>
          <p:spPr>
            <a:xfrm>
              <a:off x="3593433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" name="Freeform 731">
              <a:extLst>
                <a:ext uri="{FF2B5EF4-FFF2-40B4-BE49-F238E27FC236}">
                  <a16:creationId xmlns:a16="http://schemas.microsoft.com/office/drawing/2014/main" id="{6AB4FB32-C94A-58D8-E20E-1D9DBFA35516}"/>
                </a:ext>
              </a:extLst>
            </p:cNvPr>
            <p:cNvSpPr/>
            <p:nvPr/>
          </p:nvSpPr>
          <p:spPr>
            <a:xfrm>
              <a:off x="3593433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" name="Freeform 732">
              <a:extLst>
                <a:ext uri="{FF2B5EF4-FFF2-40B4-BE49-F238E27FC236}">
                  <a16:creationId xmlns:a16="http://schemas.microsoft.com/office/drawing/2014/main" id="{77112D28-1961-2D00-D753-E47C04CD5D14}"/>
                </a:ext>
              </a:extLst>
            </p:cNvPr>
            <p:cNvSpPr/>
            <p:nvPr/>
          </p:nvSpPr>
          <p:spPr>
            <a:xfrm>
              <a:off x="3593433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" name="Freeform 733">
              <a:extLst>
                <a:ext uri="{FF2B5EF4-FFF2-40B4-BE49-F238E27FC236}">
                  <a16:creationId xmlns:a16="http://schemas.microsoft.com/office/drawing/2014/main" id="{01E2A8E1-ECA3-E18A-452B-A9E68698E27F}"/>
                </a:ext>
              </a:extLst>
            </p:cNvPr>
            <p:cNvSpPr/>
            <p:nvPr/>
          </p:nvSpPr>
          <p:spPr>
            <a:xfrm>
              <a:off x="3593433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" name="Freeform 734">
              <a:extLst>
                <a:ext uri="{FF2B5EF4-FFF2-40B4-BE49-F238E27FC236}">
                  <a16:creationId xmlns:a16="http://schemas.microsoft.com/office/drawing/2014/main" id="{A844113F-7C6B-2947-6D06-9E3319B42A59}"/>
                </a:ext>
              </a:extLst>
            </p:cNvPr>
            <p:cNvSpPr/>
            <p:nvPr/>
          </p:nvSpPr>
          <p:spPr>
            <a:xfrm>
              <a:off x="3593433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6" name="Freeform 735">
              <a:extLst>
                <a:ext uri="{FF2B5EF4-FFF2-40B4-BE49-F238E27FC236}">
                  <a16:creationId xmlns:a16="http://schemas.microsoft.com/office/drawing/2014/main" id="{55EBA536-33F0-7B10-9ADE-446B1140FAAB}"/>
                </a:ext>
              </a:extLst>
            </p:cNvPr>
            <p:cNvSpPr/>
            <p:nvPr/>
          </p:nvSpPr>
          <p:spPr>
            <a:xfrm>
              <a:off x="3593433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7" name="Freeform 736">
              <a:extLst>
                <a:ext uri="{FF2B5EF4-FFF2-40B4-BE49-F238E27FC236}">
                  <a16:creationId xmlns:a16="http://schemas.microsoft.com/office/drawing/2014/main" id="{9B7A4DE6-A2A3-BDB6-8F3F-8DEF4C5D7FB2}"/>
                </a:ext>
              </a:extLst>
            </p:cNvPr>
            <p:cNvSpPr/>
            <p:nvPr/>
          </p:nvSpPr>
          <p:spPr>
            <a:xfrm>
              <a:off x="3593433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8" name="Freeform 737">
              <a:extLst>
                <a:ext uri="{FF2B5EF4-FFF2-40B4-BE49-F238E27FC236}">
                  <a16:creationId xmlns:a16="http://schemas.microsoft.com/office/drawing/2014/main" id="{11DA785E-EE46-2D72-0BF8-A81040BA8840}"/>
                </a:ext>
              </a:extLst>
            </p:cNvPr>
            <p:cNvSpPr/>
            <p:nvPr/>
          </p:nvSpPr>
          <p:spPr>
            <a:xfrm>
              <a:off x="3593433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9" name="Freeform 738">
              <a:extLst>
                <a:ext uri="{FF2B5EF4-FFF2-40B4-BE49-F238E27FC236}">
                  <a16:creationId xmlns:a16="http://schemas.microsoft.com/office/drawing/2014/main" id="{87ABC67B-1E36-BC32-38EC-8034A6D598AB}"/>
                </a:ext>
              </a:extLst>
            </p:cNvPr>
            <p:cNvSpPr/>
            <p:nvPr/>
          </p:nvSpPr>
          <p:spPr>
            <a:xfrm>
              <a:off x="3593433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0" name="Freeform 739">
              <a:extLst>
                <a:ext uri="{FF2B5EF4-FFF2-40B4-BE49-F238E27FC236}">
                  <a16:creationId xmlns:a16="http://schemas.microsoft.com/office/drawing/2014/main" id="{62BF9B31-57C8-15DF-F44B-3D11134AB733}"/>
                </a:ext>
              </a:extLst>
            </p:cNvPr>
            <p:cNvSpPr/>
            <p:nvPr/>
          </p:nvSpPr>
          <p:spPr>
            <a:xfrm>
              <a:off x="3593433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1" name="Freeform 740">
              <a:extLst>
                <a:ext uri="{FF2B5EF4-FFF2-40B4-BE49-F238E27FC236}">
                  <a16:creationId xmlns:a16="http://schemas.microsoft.com/office/drawing/2014/main" id="{DBB8E37C-075F-A32F-49CC-1E954F6A7C5B}"/>
                </a:ext>
              </a:extLst>
            </p:cNvPr>
            <p:cNvSpPr/>
            <p:nvPr/>
          </p:nvSpPr>
          <p:spPr>
            <a:xfrm>
              <a:off x="3593433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2" name="Freeform 741">
              <a:extLst>
                <a:ext uri="{FF2B5EF4-FFF2-40B4-BE49-F238E27FC236}">
                  <a16:creationId xmlns:a16="http://schemas.microsoft.com/office/drawing/2014/main" id="{D44B0EAE-8A23-445D-A6DB-073D57B94DBA}"/>
                </a:ext>
              </a:extLst>
            </p:cNvPr>
            <p:cNvSpPr/>
            <p:nvPr/>
          </p:nvSpPr>
          <p:spPr>
            <a:xfrm>
              <a:off x="3593433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3" name="Freeform 742">
              <a:extLst>
                <a:ext uri="{FF2B5EF4-FFF2-40B4-BE49-F238E27FC236}">
                  <a16:creationId xmlns:a16="http://schemas.microsoft.com/office/drawing/2014/main" id="{5260E2DB-7237-FA70-C668-415FEA397C09}"/>
                </a:ext>
              </a:extLst>
            </p:cNvPr>
            <p:cNvSpPr/>
            <p:nvPr/>
          </p:nvSpPr>
          <p:spPr>
            <a:xfrm>
              <a:off x="3593433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4" name="Freeform 743">
              <a:extLst>
                <a:ext uri="{FF2B5EF4-FFF2-40B4-BE49-F238E27FC236}">
                  <a16:creationId xmlns:a16="http://schemas.microsoft.com/office/drawing/2014/main" id="{5753C4FA-83E4-22D1-7951-4C62E4AE612E}"/>
                </a:ext>
              </a:extLst>
            </p:cNvPr>
            <p:cNvSpPr/>
            <p:nvPr/>
          </p:nvSpPr>
          <p:spPr>
            <a:xfrm>
              <a:off x="3593433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5" name="Freeform 744">
              <a:extLst>
                <a:ext uri="{FF2B5EF4-FFF2-40B4-BE49-F238E27FC236}">
                  <a16:creationId xmlns:a16="http://schemas.microsoft.com/office/drawing/2014/main" id="{EC8F7C13-88C4-242D-3015-F7FC3489A1CE}"/>
                </a:ext>
              </a:extLst>
            </p:cNvPr>
            <p:cNvSpPr/>
            <p:nvPr/>
          </p:nvSpPr>
          <p:spPr>
            <a:xfrm>
              <a:off x="3684111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6" name="Freeform 745">
              <a:extLst>
                <a:ext uri="{FF2B5EF4-FFF2-40B4-BE49-F238E27FC236}">
                  <a16:creationId xmlns:a16="http://schemas.microsoft.com/office/drawing/2014/main" id="{5C889482-41CD-A80F-2083-C4FDC10E95FD}"/>
                </a:ext>
              </a:extLst>
            </p:cNvPr>
            <p:cNvSpPr/>
            <p:nvPr/>
          </p:nvSpPr>
          <p:spPr>
            <a:xfrm>
              <a:off x="3684111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7" name="Freeform 746">
              <a:extLst>
                <a:ext uri="{FF2B5EF4-FFF2-40B4-BE49-F238E27FC236}">
                  <a16:creationId xmlns:a16="http://schemas.microsoft.com/office/drawing/2014/main" id="{ABF54FAA-2358-736C-B5EE-5C8C8CA78F44}"/>
                </a:ext>
              </a:extLst>
            </p:cNvPr>
            <p:cNvSpPr/>
            <p:nvPr/>
          </p:nvSpPr>
          <p:spPr>
            <a:xfrm>
              <a:off x="3684111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8" name="Freeform 747">
              <a:extLst>
                <a:ext uri="{FF2B5EF4-FFF2-40B4-BE49-F238E27FC236}">
                  <a16:creationId xmlns:a16="http://schemas.microsoft.com/office/drawing/2014/main" id="{BC9D0789-3F3A-3890-79FD-9D8D55766E38}"/>
                </a:ext>
              </a:extLst>
            </p:cNvPr>
            <p:cNvSpPr/>
            <p:nvPr/>
          </p:nvSpPr>
          <p:spPr>
            <a:xfrm>
              <a:off x="3684111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9" name="Freeform 748">
              <a:extLst>
                <a:ext uri="{FF2B5EF4-FFF2-40B4-BE49-F238E27FC236}">
                  <a16:creationId xmlns:a16="http://schemas.microsoft.com/office/drawing/2014/main" id="{21E59782-4BB2-11A2-4793-75647BF87851}"/>
                </a:ext>
              </a:extLst>
            </p:cNvPr>
            <p:cNvSpPr/>
            <p:nvPr/>
          </p:nvSpPr>
          <p:spPr>
            <a:xfrm>
              <a:off x="3684111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0" name="Freeform 749">
              <a:extLst>
                <a:ext uri="{FF2B5EF4-FFF2-40B4-BE49-F238E27FC236}">
                  <a16:creationId xmlns:a16="http://schemas.microsoft.com/office/drawing/2014/main" id="{7B3B8902-BCC5-D711-8018-5B81819D5194}"/>
                </a:ext>
              </a:extLst>
            </p:cNvPr>
            <p:cNvSpPr/>
            <p:nvPr/>
          </p:nvSpPr>
          <p:spPr>
            <a:xfrm>
              <a:off x="3684111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1" name="Freeform 750">
              <a:extLst>
                <a:ext uri="{FF2B5EF4-FFF2-40B4-BE49-F238E27FC236}">
                  <a16:creationId xmlns:a16="http://schemas.microsoft.com/office/drawing/2014/main" id="{CB137B50-BC8E-EBD3-48FC-C1CA68DB412D}"/>
                </a:ext>
              </a:extLst>
            </p:cNvPr>
            <p:cNvSpPr/>
            <p:nvPr/>
          </p:nvSpPr>
          <p:spPr>
            <a:xfrm>
              <a:off x="3684111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 751">
              <a:extLst>
                <a:ext uri="{FF2B5EF4-FFF2-40B4-BE49-F238E27FC236}">
                  <a16:creationId xmlns:a16="http://schemas.microsoft.com/office/drawing/2014/main" id="{C12E6A82-22D2-F103-6707-917723708CCB}"/>
                </a:ext>
              </a:extLst>
            </p:cNvPr>
            <p:cNvSpPr/>
            <p:nvPr/>
          </p:nvSpPr>
          <p:spPr>
            <a:xfrm>
              <a:off x="3684111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 752">
              <a:extLst>
                <a:ext uri="{FF2B5EF4-FFF2-40B4-BE49-F238E27FC236}">
                  <a16:creationId xmlns:a16="http://schemas.microsoft.com/office/drawing/2014/main" id="{3EF33F77-5D57-FA9C-E759-608A98B1DF6B}"/>
                </a:ext>
              </a:extLst>
            </p:cNvPr>
            <p:cNvSpPr/>
            <p:nvPr/>
          </p:nvSpPr>
          <p:spPr>
            <a:xfrm>
              <a:off x="3684111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 753">
              <a:extLst>
                <a:ext uri="{FF2B5EF4-FFF2-40B4-BE49-F238E27FC236}">
                  <a16:creationId xmlns:a16="http://schemas.microsoft.com/office/drawing/2014/main" id="{14465E6F-97A1-CA26-57C1-238543B8FFCF}"/>
                </a:ext>
              </a:extLst>
            </p:cNvPr>
            <p:cNvSpPr/>
            <p:nvPr/>
          </p:nvSpPr>
          <p:spPr>
            <a:xfrm>
              <a:off x="3684111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 754">
              <a:extLst>
                <a:ext uri="{FF2B5EF4-FFF2-40B4-BE49-F238E27FC236}">
                  <a16:creationId xmlns:a16="http://schemas.microsoft.com/office/drawing/2014/main" id="{3EC35A2C-4486-6933-55EA-A91E47025345}"/>
                </a:ext>
              </a:extLst>
            </p:cNvPr>
            <p:cNvSpPr/>
            <p:nvPr/>
          </p:nvSpPr>
          <p:spPr>
            <a:xfrm>
              <a:off x="3684111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6" name="Freeform 755">
              <a:extLst>
                <a:ext uri="{FF2B5EF4-FFF2-40B4-BE49-F238E27FC236}">
                  <a16:creationId xmlns:a16="http://schemas.microsoft.com/office/drawing/2014/main" id="{B447C883-E593-7915-1743-31AF9D2BF3EB}"/>
                </a:ext>
              </a:extLst>
            </p:cNvPr>
            <p:cNvSpPr/>
            <p:nvPr/>
          </p:nvSpPr>
          <p:spPr>
            <a:xfrm>
              <a:off x="3684111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7" name="Freeform 756">
              <a:extLst>
                <a:ext uri="{FF2B5EF4-FFF2-40B4-BE49-F238E27FC236}">
                  <a16:creationId xmlns:a16="http://schemas.microsoft.com/office/drawing/2014/main" id="{36606110-F5B3-10D2-FF15-19ADCD2F0D84}"/>
                </a:ext>
              </a:extLst>
            </p:cNvPr>
            <p:cNvSpPr/>
            <p:nvPr/>
          </p:nvSpPr>
          <p:spPr>
            <a:xfrm>
              <a:off x="3684111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8" name="Freeform 757">
              <a:extLst>
                <a:ext uri="{FF2B5EF4-FFF2-40B4-BE49-F238E27FC236}">
                  <a16:creationId xmlns:a16="http://schemas.microsoft.com/office/drawing/2014/main" id="{D7F9C5C7-10CC-BB8D-6979-10FEDC835CB5}"/>
                </a:ext>
              </a:extLst>
            </p:cNvPr>
            <p:cNvSpPr/>
            <p:nvPr/>
          </p:nvSpPr>
          <p:spPr>
            <a:xfrm>
              <a:off x="3684111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9" name="Freeform 758">
              <a:extLst>
                <a:ext uri="{FF2B5EF4-FFF2-40B4-BE49-F238E27FC236}">
                  <a16:creationId xmlns:a16="http://schemas.microsoft.com/office/drawing/2014/main" id="{B73FA7E5-FC36-F725-5CD5-F94850B8B709}"/>
                </a:ext>
              </a:extLst>
            </p:cNvPr>
            <p:cNvSpPr/>
            <p:nvPr/>
          </p:nvSpPr>
          <p:spPr>
            <a:xfrm>
              <a:off x="3684111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0" name="Freeform 759">
              <a:extLst>
                <a:ext uri="{FF2B5EF4-FFF2-40B4-BE49-F238E27FC236}">
                  <a16:creationId xmlns:a16="http://schemas.microsoft.com/office/drawing/2014/main" id="{F71C16B4-1DDE-3562-DE95-672C31A57DC3}"/>
                </a:ext>
              </a:extLst>
            </p:cNvPr>
            <p:cNvSpPr/>
            <p:nvPr/>
          </p:nvSpPr>
          <p:spPr>
            <a:xfrm>
              <a:off x="3774789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1" name="Freeform 760">
              <a:extLst>
                <a:ext uri="{FF2B5EF4-FFF2-40B4-BE49-F238E27FC236}">
                  <a16:creationId xmlns:a16="http://schemas.microsoft.com/office/drawing/2014/main" id="{E5722657-0955-69B1-9BA6-E006107CDEC2}"/>
                </a:ext>
              </a:extLst>
            </p:cNvPr>
            <p:cNvSpPr/>
            <p:nvPr/>
          </p:nvSpPr>
          <p:spPr>
            <a:xfrm>
              <a:off x="3774789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2" name="Freeform 761">
              <a:extLst>
                <a:ext uri="{FF2B5EF4-FFF2-40B4-BE49-F238E27FC236}">
                  <a16:creationId xmlns:a16="http://schemas.microsoft.com/office/drawing/2014/main" id="{7BC9F940-F202-CE35-73C7-3161735FEF7E}"/>
                </a:ext>
              </a:extLst>
            </p:cNvPr>
            <p:cNvSpPr/>
            <p:nvPr/>
          </p:nvSpPr>
          <p:spPr>
            <a:xfrm>
              <a:off x="3774789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3" name="Freeform 762">
              <a:extLst>
                <a:ext uri="{FF2B5EF4-FFF2-40B4-BE49-F238E27FC236}">
                  <a16:creationId xmlns:a16="http://schemas.microsoft.com/office/drawing/2014/main" id="{02BDD31B-4A1A-7D02-0B9F-F63D8B28F351}"/>
                </a:ext>
              </a:extLst>
            </p:cNvPr>
            <p:cNvSpPr/>
            <p:nvPr/>
          </p:nvSpPr>
          <p:spPr>
            <a:xfrm>
              <a:off x="3774789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4" name="Freeform 763">
              <a:extLst>
                <a:ext uri="{FF2B5EF4-FFF2-40B4-BE49-F238E27FC236}">
                  <a16:creationId xmlns:a16="http://schemas.microsoft.com/office/drawing/2014/main" id="{4D0705DB-C418-E6BE-8912-E686037C98AC}"/>
                </a:ext>
              </a:extLst>
            </p:cNvPr>
            <p:cNvSpPr/>
            <p:nvPr/>
          </p:nvSpPr>
          <p:spPr>
            <a:xfrm>
              <a:off x="3774789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5" name="Freeform 764">
              <a:extLst>
                <a:ext uri="{FF2B5EF4-FFF2-40B4-BE49-F238E27FC236}">
                  <a16:creationId xmlns:a16="http://schemas.microsoft.com/office/drawing/2014/main" id="{DD232C48-6D1C-5593-1957-5757464E0816}"/>
                </a:ext>
              </a:extLst>
            </p:cNvPr>
            <p:cNvSpPr/>
            <p:nvPr/>
          </p:nvSpPr>
          <p:spPr>
            <a:xfrm>
              <a:off x="3774789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6" name="Freeform 765">
              <a:extLst>
                <a:ext uri="{FF2B5EF4-FFF2-40B4-BE49-F238E27FC236}">
                  <a16:creationId xmlns:a16="http://schemas.microsoft.com/office/drawing/2014/main" id="{A6655173-BEC5-895E-9D08-FBA93D8CB5C9}"/>
                </a:ext>
              </a:extLst>
            </p:cNvPr>
            <p:cNvSpPr/>
            <p:nvPr/>
          </p:nvSpPr>
          <p:spPr>
            <a:xfrm>
              <a:off x="3774789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7" name="Freeform 766">
              <a:extLst>
                <a:ext uri="{FF2B5EF4-FFF2-40B4-BE49-F238E27FC236}">
                  <a16:creationId xmlns:a16="http://schemas.microsoft.com/office/drawing/2014/main" id="{349D45EC-B3DA-9167-5A1E-38110372273E}"/>
                </a:ext>
              </a:extLst>
            </p:cNvPr>
            <p:cNvSpPr/>
            <p:nvPr/>
          </p:nvSpPr>
          <p:spPr>
            <a:xfrm>
              <a:off x="3774789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8" name="Freeform 767">
              <a:extLst>
                <a:ext uri="{FF2B5EF4-FFF2-40B4-BE49-F238E27FC236}">
                  <a16:creationId xmlns:a16="http://schemas.microsoft.com/office/drawing/2014/main" id="{BC10D503-8F68-A1C0-07E1-4F9CB2BDEB2F}"/>
                </a:ext>
              </a:extLst>
            </p:cNvPr>
            <p:cNvSpPr/>
            <p:nvPr/>
          </p:nvSpPr>
          <p:spPr>
            <a:xfrm>
              <a:off x="3774789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9" name="Freeform 768">
              <a:extLst>
                <a:ext uri="{FF2B5EF4-FFF2-40B4-BE49-F238E27FC236}">
                  <a16:creationId xmlns:a16="http://schemas.microsoft.com/office/drawing/2014/main" id="{617EA400-5CF6-4AEB-6060-4C62D34E3600}"/>
                </a:ext>
              </a:extLst>
            </p:cNvPr>
            <p:cNvSpPr/>
            <p:nvPr/>
          </p:nvSpPr>
          <p:spPr>
            <a:xfrm>
              <a:off x="3774789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0" name="Freeform 769">
              <a:extLst>
                <a:ext uri="{FF2B5EF4-FFF2-40B4-BE49-F238E27FC236}">
                  <a16:creationId xmlns:a16="http://schemas.microsoft.com/office/drawing/2014/main" id="{585C1D89-8B49-74EE-FD79-D8534A24019C}"/>
                </a:ext>
              </a:extLst>
            </p:cNvPr>
            <p:cNvSpPr/>
            <p:nvPr/>
          </p:nvSpPr>
          <p:spPr>
            <a:xfrm>
              <a:off x="3774789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1" name="Freeform 770">
              <a:extLst>
                <a:ext uri="{FF2B5EF4-FFF2-40B4-BE49-F238E27FC236}">
                  <a16:creationId xmlns:a16="http://schemas.microsoft.com/office/drawing/2014/main" id="{4C32077E-D6AD-264E-A718-199B6B816DC5}"/>
                </a:ext>
              </a:extLst>
            </p:cNvPr>
            <p:cNvSpPr/>
            <p:nvPr/>
          </p:nvSpPr>
          <p:spPr>
            <a:xfrm>
              <a:off x="3774789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2" name="Freeform 771">
              <a:extLst>
                <a:ext uri="{FF2B5EF4-FFF2-40B4-BE49-F238E27FC236}">
                  <a16:creationId xmlns:a16="http://schemas.microsoft.com/office/drawing/2014/main" id="{D8684D67-B1C6-844A-852C-B663E6AAEA5B}"/>
                </a:ext>
              </a:extLst>
            </p:cNvPr>
            <p:cNvSpPr/>
            <p:nvPr/>
          </p:nvSpPr>
          <p:spPr>
            <a:xfrm>
              <a:off x="3774789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AD2B29AC-6925-C9E3-BA13-FA11D4DB87D9}"/>
                </a:ext>
              </a:extLst>
            </p:cNvPr>
            <p:cNvSpPr/>
            <p:nvPr/>
          </p:nvSpPr>
          <p:spPr>
            <a:xfrm>
              <a:off x="3774789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4" name="Freeform 773">
              <a:extLst>
                <a:ext uri="{FF2B5EF4-FFF2-40B4-BE49-F238E27FC236}">
                  <a16:creationId xmlns:a16="http://schemas.microsoft.com/office/drawing/2014/main" id="{3EE8DA61-ED47-F8A6-30BF-3A337B96F7A2}"/>
                </a:ext>
              </a:extLst>
            </p:cNvPr>
            <p:cNvSpPr/>
            <p:nvPr/>
          </p:nvSpPr>
          <p:spPr>
            <a:xfrm>
              <a:off x="3774789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5" name="Freeform 774">
              <a:extLst>
                <a:ext uri="{FF2B5EF4-FFF2-40B4-BE49-F238E27FC236}">
                  <a16:creationId xmlns:a16="http://schemas.microsoft.com/office/drawing/2014/main" id="{5B1F6A72-6F3F-AF2E-7479-9EEFD6F7809C}"/>
                </a:ext>
              </a:extLst>
            </p:cNvPr>
            <p:cNvSpPr/>
            <p:nvPr/>
          </p:nvSpPr>
          <p:spPr>
            <a:xfrm>
              <a:off x="3865467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02CA3F92-13AE-E404-BE37-6D5EC6FF4B72}"/>
                </a:ext>
              </a:extLst>
            </p:cNvPr>
            <p:cNvSpPr/>
            <p:nvPr/>
          </p:nvSpPr>
          <p:spPr>
            <a:xfrm>
              <a:off x="3865467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7" name="Freeform 776">
              <a:extLst>
                <a:ext uri="{FF2B5EF4-FFF2-40B4-BE49-F238E27FC236}">
                  <a16:creationId xmlns:a16="http://schemas.microsoft.com/office/drawing/2014/main" id="{C70210E2-0277-6B79-A7CB-224A5C156A4E}"/>
                </a:ext>
              </a:extLst>
            </p:cNvPr>
            <p:cNvSpPr/>
            <p:nvPr/>
          </p:nvSpPr>
          <p:spPr>
            <a:xfrm>
              <a:off x="3865467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AF0FDA6E-FEE4-0683-A588-E9045938AC60}"/>
                </a:ext>
              </a:extLst>
            </p:cNvPr>
            <p:cNvSpPr/>
            <p:nvPr/>
          </p:nvSpPr>
          <p:spPr>
            <a:xfrm>
              <a:off x="3865467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9" name="Freeform 778">
              <a:extLst>
                <a:ext uri="{FF2B5EF4-FFF2-40B4-BE49-F238E27FC236}">
                  <a16:creationId xmlns:a16="http://schemas.microsoft.com/office/drawing/2014/main" id="{DF9EFC75-3639-8AC4-6CAF-18E9F410E4D1}"/>
                </a:ext>
              </a:extLst>
            </p:cNvPr>
            <p:cNvSpPr/>
            <p:nvPr/>
          </p:nvSpPr>
          <p:spPr>
            <a:xfrm>
              <a:off x="3865467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32BB7AFC-0868-1447-B77F-E812261E8EFF}"/>
                </a:ext>
              </a:extLst>
            </p:cNvPr>
            <p:cNvSpPr/>
            <p:nvPr/>
          </p:nvSpPr>
          <p:spPr>
            <a:xfrm>
              <a:off x="3865467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1" name="Freeform 780">
              <a:extLst>
                <a:ext uri="{FF2B5EF4-FFF2-40B4-BE49-F238E27FC236}">
                  <a16:creationId xmlns:a16="http://schemas.microsoft.com/office/drawing/2014/main" id="{1DDF954E-0A6E-D275-374F-D18510C69EBA}"/>
                </a:ext>
              </a:extLst>
            </p:cNvPr>
            <p:cNvSpPr/>
            <p:nvPr/>
          </p:nvSpPr>
          <p:spPr>
            <a:xfrm>
              <a:off x="3865467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2" name="Freeform 781">
              <a:extLst>
                <a:ext uri="{FF2B5EF4-FFF2-40B4-BE49-F238E27FC236}">
                  <a16:creationId xmlns:a16="http://schemas.microsoft.com/office/drawing/2014/main" id="{0D3D83D8-9C2F-17CA-8E54-469FC0A3EE37}"/>
                </a:ext>
              </a:extLst>
            </p:cNvPr>
            <p:cNvSpPr/>
            <p:nvPr/>
          </p:nvSpPr>
          <p:spPr>
            <a:xfrm>
              <a:off x="3865467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B29CB29-F8D2-4B2C-E71F-EA6A4AC48C47}"/>
                </a:ext>
              </a:extLst>
            </p:cNvPr>
            <p:cNvSpPr/>
            <p:nvPr/>
          </p:nvSpPr>
          <p:spPr>
            <a:xfrm>
              <a:off x="3865467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4" name="Freeform 783">
              <a:extLst>
                <a:ext uri="{FF2B5EF4-FFF2-40B4-BE49-F238E27FC236}">
                  <a16:creationId xmlns:a16="http://schemas.microsoft.com/office/drawing/2014/main" id="{9A9404C6-47BB-C8D2-6AA4-E31345C06F3B}"/>
                </a:ext>
              </a:extLst>
            </p:cNvPr>
            <p:cNvSpPr/>
            <p:nvPr/>
          </p:nvSpPr>
          <p:spPr>
            <a:xfrm>
              <a:off x="3865467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700ADFC8-8140-E6FD-C148-88ACE7A9A732}"/>
                </a:ext>
              </a:extLst>
            </p:cNvPr>
            <p:cNvSpPr/>
            <p:nvPr/>
          </p:nvSpPr>
          <p:spPr>
            <a:xfrm>
              <a:off x="3865467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6" name="Freeform 785">
              <a:extLst>
                <a:ext uri="{FF2B5EF4-FFF2-40B4-BE49-F238E27FC236}">
                  <a16:creationId xmlns:a16="http://schemas.microsoft.com/office/drawing/2014/main" id="{81029369-3EF9-F7E3-3B30-472C866F8254}"/>
                </a:ext>
              </a:extLst>
            </p:cNvPr>
            <p:cNvSpPr/>
            <p:nvPr/>
          </p:nvSpPr>
          <p:spPr>
            <a:xfrm>
              <a:off x="3865467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96DEBBE0-F2DD-0A87-906C-73761EF8405E}"/>
                </a:ext>
              </a:extLst>
            </p:cNvPr>
            <p:cNvSpPr/>
            <p:nvPr/>
          </p:nvSpPr>
          <p:spPr>
            <a:xfrm>
              <a:off x="3865467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8" name="Freeform 787">
              <a:extLst>
                <a:ext uri="{FF2B5EF4-FFF2-40B4-BE49-F238E27FC236}">
                  <a16:creationId xmlns:a16="http://schemas.microsoft.com/office/drawing/2014/main" id="{C61358CC-26BC-678D-6B47-E36A7993D2D0}"/>
                </a:ext>
              </a:extLst>
            </p:cNvPr>
            <p:cNvSpPr/>
            <p:nvPr/>
          </p:nvSpPr>
          <p:spPr>
            <a:xfrm>
              <a:off x="3865467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D10F898C-9453-8119-7BFE-28FBBDFB5F9B}"/>
                </a:ext>
              </a:extLst>
            </p:cNvPr>
            <p:cNvSpPr/>
            <p:nvPr/>
          </p:nvSpPr>
          <p:spPr>
            <a:xfrm>
              <a:off x="3865467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0" name="Freeform 789">
              <a:extLst>
                <a:ext uri="{FF2B5EF4-FFF2-40B4-BE49-F238E27FC236}">
                  <a16:creationId xmlns:a16="http://schemas.microsoft.com/office/drawing/2014/main" id="{F56D5280-7984-CED1-ABEC-20592B14D327}"/>
                </a:ext>
              </a:extLst>
            </p:cNvPr>
            <p:cNvSpPr/>
            <p:nvPr/>
          </p:nvSpPr>
          <p:spPr>
            <a:xfrm>
              <a:off x="3956145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93E6282B-2885-2134-0BFC-04DE82F701C6}"/>
                </a:ext>
              </a:extLst>
            </p:cNvPr>
            <p:cNvSpPr/>
            <p:nvPr/>
          </p:nvSpPr>
          <p:spPr>
            <a:xfrm>
              <a:off x="3956145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2" name="Freeform 791">
              <a:extLst>
                <a:ext uri="{FF2B5EF4-FFF2-40B4-BE49-F238E27FC236}">
                  <a16:creationId xmlns:a16="http://schemas.microsoft.com/office/drawing/2014/main" id="{0254DF63-055B-CBE5-1EDE-C0D0EB0DC601}"/>
                </a:ext>
              </a:extLst>
            </p:cNvPr>
            <p:cNvSpPr/>
            <p:nvPr/>
          </p:nvSpPr>
          <p:spPr>
            <a:xfrm>
              <a:off x="3956145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3" name="Freeform 792">
              <a:extLst>
                <a:ext uri="{FF2B5EF4-FFF2-40B4-BE49-F238E27FC236}">
                  <a16:creationId xmlns:a16="http://schemas.microsoft.com/office/drawing/2014/main" id="{59BEE27C-7940-EBEA-FB2B-0A2ADF4B4352}"/>
                </a:ext>
              </a:extLst>
            </p:cNvPr>
            <p:cNvSpPr/>
            <p:nvPr/>
          </p:nvSpPr>
          <p:spPr>
            <a:xfrm>
              <a:off x="3956145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4" name="Freeform 793">
              <a:extLst>
                <a:ext uri="{FF2B5EF4-FFF2-40B4-BE49-F238E27FC236}">
                  <a16:creationId xmlns:a16="http://schemas.microsoft.com/office/drawing/2014/main" id="{1B228688-B1E9-07A2-489F-5319E547EFC2}"/>
                </a:ext>
              </a:extLst>
            </p:cNvPr>
            <p:cNvSpPr/>
            <p:nvPr/>
          </p:nvSpPr>
          <p:spPr>
            <a:xfrm>
              <a:off x="3956145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5" name="Freeform 794">
              <a:extLst>
                <a:ext uri="{FF2B5EF4-FFF2-40B4-BE49-F238E27FC236}">
                  <a16:creationId xmlns:a16="http://schemas.microsoft.com/office/drawing/2014/main" id="{9AD9697E-D4C8-AF8E-4EF0-036307ABD532}"/>
                </a:ext>
              </a:extLst>
            </p:cNvPr>
            <p:cNvSpPr/>
            <p:nvPr/>
          </p:nvSpPr>
          <p:spPr>
            <a:xfrm>
              <a:off x="3956145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6" name="Freeform 795">
              <a:extLst>
                <a:ext uri="{FF2B5EF4-FFF2-40B4-BE49-F238E27FC236}">
                  <a16:creationId xmlns:a16="http://schemas.microsoft.com/office/drawing/2014/main" id="{17EDA76E-AAF4-A8FD-C037-DD8F37BA538A}"/>
                </a:ext>
              </a:extLst>
            </p:cNvPr>
            <p:cNvSpPr/>
            <p:nvPr/>
          </p:nvSpPr>
          <p:spPr>
            <a:xfrm>
              <a:off x="3956145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F73714C5-DAE8-8861-F2AE-53954C649800}"/>
                </a:ext>
              </a:extLst>
            </p:cNvPr>
            <p:cNvSpPr/>
            <p:nvPr/>
          </p:nvSpPr>
          <p:spPr>
            <a:xfrm>
              <a:off x="3956145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8" name="Freeform 797">
              <a:extLst>
                <a:ext uri="{FF2B5EF4-FFF2-40B4-BE49-F238E27FC236}">
                  <a16:creationId xmlns:a16="http://schemas.microsoft.com/office/drawing/2014/main" id="{4A6CAE41-169C-FAC4-1AB2-754B184B0466}"/>
                </a:ext>
              </a:extLst>
            </p:cNvPr>
            <p:cNvSpPr/>
            <p:nvPr/>
          </p:nvSpPr>
          <p:spPr>
            <a:xfrm>
              <a:off x="3956145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9" name="Freeform 798">
              <a:extLst>
                <a:ext uri="{FF2B5EF4-FFF2-40B4-BE49-F238E27FC236}">
                  <a16:creationId xmlns:a16="http://schemas.microsoft.com/office/drawing/2014/main" id="{2B8B20B0-606A-2E69-FEC5-9385DFD74812}"/>
                </a:ext>
              </a:extLst>
            </p:cNvPr>
            <p:cNvSpPr/>
            <p:nvPr/>
          </p:nvSpPr>
          <p:spPr>
            <a:xfrm>
              <a:off x="3956145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0" name="Freeform 799">
              <a:extLst>
                <a:ext uri="{FF2B5EF4-FFF2-40B4-BE49-F238E27FC236}">
                  <a16:creationId xmlns:a16="http://schemas.microsoft.com/office/drawing/2014/main" id="{F20E3105-3CD6-108B-CAD4-ACD7B39E8853}"/>
                </a:ext>
              </a:extLst>
            </p:cNvPr>
            <p:cNvSpPr/>
            <p:nvPr/>
          </p:nvSpPr>
          <p:spPr>
            <a:xfrm>
              <a:off x="3956145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06E4930D-B3E9-FD76-BDA0-0D9A366F39EA}"/>
                </a:ext>
              </a:extLst>
            </p:cNvPr>
            <p:cNvSpPr/>
            <p:nvPr/>
          </p:nvSpPr>
          <p:spPr>
            <a:xfrm>
              <a:off x="3956145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2" name="Freeform 801">
              <a:extLst>
                <a:ext uri="{FF2B5EF4-FFF2-40B4-BE49-F238E27FC236}">
                  <a16:creationId xmlns:a16="http://schemas.microsoft.com/office/drawing/2014/main" id="{FAC19409-56AB-1BBA-20DA-5DD4D626F593}"/>
                </a:ext>
              </a:extLst>
            </p:cNvPr>
            <p:cNvSpPr/>
            <p:nvPr/>
          </p:nvSpPr>
          <p:spPr>
            <a:xfrm>
              <a:off x="3956145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26FC1314-C62E-286A-6B59-2A079E98A214}"/>
                </a:ext>
              </a:extLst>
            </p:cNvPr>
            <p:cNvSpPr/>
            <p:nvPr/>
          </p:nvSpPr>
          <p:spPr>
            <a:xfrm>
              <a:off x="3956145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4" name="Freeform 803">
              <a:extLst>
                <a:ext uri="{FF2B5EF4-FFF2-40B4-BE49-F238E27FC236}">
                  <a16:creationId xmlns:a16="http://schemas.microsoft.com/office/drawing/2014/main" id="{A88BBED9-4FDB-B344-9B5C-9E77CEDD8AE8}"/>
                </a:ext>
              </a:extLst>
            </p:cNvPr>
            <p:cNvSpPr/>
            <p:nvPr/>
          </p:nvSpPr>
          <p:spPr>
            <a:xfrm>
              <a:off x="3956145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D3420F15-E0FE-4C40-047D-42C64CD44B52}"/>
                </a:ext>
              </a:extLst>
            </p:cNvPr>
            <p:cNvSpPr/>
            <p:nvPr/>
          </p:nvSpPr>
          <p:spPr>
            <a:xfrm>
              <a:off x="4046823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6" name="Freeform 805">
              <a:extLst>
                <a:ext uri="{FF2B5EF4-FFF2-40B4-BE49-F238E27FC236}">
                  <a16:creationId xmlns:a16="http://schemas.microsoft.com/office/drawing/2014/main" id="{84F0E908-BB37-ADDA-CDED-E26B07BFCEAA}"/>
                </a:ext>
              </a:extLst>
            </p:cNvPr>
            <p:cNvSpPr/>
            <p:nvPr/>
          </p:nvSpPr>
          <p:spPr>
            <a:xfrm>
              <a:off x="4046823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69051FB0-3AE2-F935-0E98-859374F19418}"/>
                </a:ext>
              </a:extLst>
            </p:cNvPr>
            <p:cNvSpPr/>
            <p:nvPr/>
          </p:nvSpPr>
          <p:spPr>
            <a:xfrm>
              <a:off x="4046823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8" name="Freeform 807">
              <a:extLst>
                <a:ext uri="{FF2B5EF4-FFF2-40B4-BE49-F238E27FC236}">
                  <a16:creationId xmlns:a16="http://schemas.microsoft.com/office/drawing/2014/main" id="{DD35FF64-FF09-4B22-25C0-55E3CBF82754}"/>
                </a:ext>
              </a:extLst>
            </p:cNvPr>
            <p:cNvSpPr/>
            <p:nvPr/>
          </p:nvSpPr>
          <p:spPr>
            <a:xfrm>
              <a:off x="4046823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9" name="Freeform 808">
              <a:extLst>
                <a:ext uri="{FF2B5EF4-FFF2-40B4-BE49-F238E27FC236}">
                  <a16:creationId xmlns:a16="http://schemas.microsoft.com/office/drawing/2014/main" id="{D95C5793-550E-70ED-9E2A-1C00DDC8B647}"/>
                </a:ext>
              </a:extLst>
            </p:cNvPr>
            <p:cNvSpPr/>
            <p:nvPr/>
          </p:nvSpPr>
          <p:spPr>
            <a:xfrm>
              <a:off x="4046823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5E3F5F19-C952-C8F2-A3A8-2613369F7B69}"/>
                </a:ext>
              </a:extLst>
            </p:cNvPr>
            <p:cNvSpPr/>
            <p:nvPr/>
          </p:nvSpPr>
          <p:spPr>
            <a:xfrm>
              <a:off x="4046823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1" name="Freeform 810">
              <a:extLst>
                <a:ext uri="{FF2B5EF4-FFF2-40B4-BE49-F238E27FC236}">
                  <a16:creationId xmlns:a16="http://schemas.microsoft.com/office/drawing/2014/main" id="{D46D823C-AE6F-D166-DE9D-6BB09932A240}"/>
                </a:ext>
              </a:extLst>
            </p:cNvPr>
            <p:cNvSpPr/>
            <p:nvPr/>
          </p:nvSpPr>
          <p:spPr>
            <a:xfrm>
              <a:off x="4046823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0056A226-283A-6598-AB84-1E3BA086D4A7}"/>
                </a:ext>
              </a:extLst>
            </p:cNvPr>
            <p:cNvSpPr/>
            <p:nvPr/>
          </p:nvSpPr>
          <p:spPr>
            <a:xfrm>
              <a:off x="4046823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3" name="Freeform 812">
              <a:extLst>
                <a:ext uri="{FF2B5EF4-FFF2-40B4-BE49-F238E27FC236}">
                  <a16:creationId xmlns:a16="http://schemas.microsoft.com/office/drawing/2014/main" id="{4ED2E81B-6242-93DA-7B2C-22B05AE6633D}"/>
                </a:ext>
              </a:extLst>
            </p:cNvPr>
            <p:cNvSpPr/>
            <p:nvPr/>
          </p:nvSpPr>
          <p:spPr>
            <a:xfrm>
              <a:off x="4046823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3478D77C-C408-E44F-DC3C-8156C75A8142}"/>
                </a:ext>
              </a:extLst>
            </p:cNvPr>
            <p:cNvSpPr/>
            <p:nvPr/>
          </p:nvSpPr>
          <p:spPr>
            <a:xfrm>
              <a:off x="4046823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5" name="Freeform 814">
              <a:extLst>
                <a:ext uri="{FF2B5EF4-FFF2-40B4-BE49-F238E27FC236}">
                  <a16:creationId xmlns:a16="http://schemas.microsoft.com/office/drawing/2014/main" id="{D6334EEC-9453-EF4B-3D69-14B0F6509094}"/>
                </a:ext>
              </a:extLst>
            </p:cNvPr>
            <p:cNvSpPr/>
            <p:nvPr/>
          </p:nvSpPr>
          <p:spPr>
            <a:xfrm>
              <a:off x="4046823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6" name="Freeform 815">
              <a:extLst>
                <a:ext uri="{FF2B5EF4-FFF2-40B4-BE49-F238E27FC236}">
                  <a16:creationId xmlns:a16="http://schemas.microsoft.com/office/drawing/2014/main" id="{2B072F42-E4F0-7CCD-E96C-2BE9BFA7D7D7}"/>
                </a:ext>
              </a:extLst>
            </p:cNvPr>
            <p:cNvSpPr/>
            <p:nvPr/>
          </p:nvSpPr>
          <p:spPr>
            <a:xfrm>
              <a:off x="4046823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7" name="Freeform 816">
              <a:extLst>
                <a:ext uri="{FF2B5EF4-FFF2-40B4-BE49-F238E27FC236}">
                  <a16:creationId xmlns:a16="http://schemas.microsoft.com/office/drawing/2014/main" id="{8AA1492A-D293-F2A1-79FA-90F94F4B7126}"/>
                </a:ext>
              </a:extLst>
            </p:cNvPr>
            <p:cNvSpPr/>
            <p:nvPr/>
          </p:nvSpPr>
          <p:spPr>
            <a:xfrm>
              <a:off x="4046823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8" name="Freeform 817">
              <a:extLst>
                <a:ext uri="{FF2B5EF4-FFF2-40B4-BE49-F238E27FC236}">
                  <a16:creationId xmlns:a16="http://schemas.microsoft.com/office/drawing/2014/main" id="{A43598CE-9654-6F47-D158-5AB7B9E3443F}"/>
                </a:ext>
              </a:extLst>
            </p:cNvPr>
            <p:cNvSpPr/>
            <p:nvPr/>
          </p:nvSpPr>
          <p:spPr>
            <a:xfrm>
              <a:off x="4046823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933B6180-CC4A-1572-B428-D1ABC6177247}"/>
                </a:ext>
              </a:extLst>
            </p:cNvPr>
            <p:cNvSpPr/>
            <p:nvPr/>
          </p:nvSpPr>
          <p:spPr>
            <a:xfrm>
              <a:off x="4046823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5D93E606-1A06-6D6B-9F8A-92ADA7901E61}"/>
                </a:ext>
              </a:extLst>
            </p:cNvPr>
            <p:cNvSpPr/>
            <p:nvPr/>
          </p:nvSpPr>
          <p:spPr>
            <a:xfrm>
              <a:off x="4137501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1" name="Freeform 820">
              <a:extLst>
                <a:ext uri="{FF2B5EF4-FFF2-40B4-BE49-F238E27FC236}">
                  <a16:creationId xmlns:a16="http://schemas.microsoft.com/office/drawing/2014/main" id="{BDFAA48A-A3C6-7D07-CBFB-3076EBA6FBE3}"/>
                </a:ext>
              </a:extLst>
            </p:cNvPr>
            <p:cNvSpPr/>
            <p:nvPr/>
          </p:nvSpPr>
          <p:spPr>
            <a:xfrm>
              <a:off x="4137501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2" name="Freeform 821">
              <a:extLst>
                <a:ext uri="{FF2B5EF4-FFF2-40B4-BE49-F238E27FC236}">
                  <a16:creationId xmlns:a16="http://schemas.microsoft.com/office/drawing/2014/main" id="{686C2D4B-231C-9C65-D982-08778578946F}"/>
                </a:ext>
              </a:extLst>
            </p:cNvPr>
            <p:cNvSpPr/>
            <p:nvPr/>
          </p:nvSpPr>
          <p:spPr>
            <a:xfrm>
              <a:off x="4137501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3" name="Freeform 822">
              <a:extLst>
                <a:ext uri="{FF2B5EF4-FFF2-40B4-BE49-F238E27FC236}">
                  <a16:creationId xmlns:a16="http://schemas.microsoft.com/office/drawing/2014/main" id="{7A514E4B-D1B3-028F-B8F2-48925F12BEF0}"/>
                </a:ext>
              </a:extLst>
            </p:cNvPr>
            <p:cNvSpPr/>
            <p:nvPr/>
          </p:nvSpPr>
          <p:spPr>
            <a:xfrm>
              <a:off x="4137501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4" name="Freeform 823">
              <a:extLst>
                <a:ext uri="{FF2B5EF4-FFF2-40B4-BE49-F238E27FC236}">
                  <a16:creationId xmlns:a16="http://schemas.microsoft.com/office/drawing/2014/main" id="{00588F78-0E45-3D40-E722-F272669517EB}"/>
                </a:ext>
              </a:extLst>
            </p:cNvPr>
            <p:cNvSpPr/>
            <p:nvPr/>
          </p:nvSpPr>
          <p:spPr>
            <a:xfrm>
              <a:off x="4137501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5" name="Freeform 824">
              <a:extLst>
                <a:ext uri="{FF2B5EF4-FFF2-40B4-BE49-F238E27FC236}">
                  <a16:creationId xmlns:a16="http://schemas.microsoft.com/office/drawing/2014/main" id="{1346FAF0-F0DE-10D1-7196-3CF4B1949BE3}"/>
                </a:ext>
              </a:extLst>
            </p:cNvPr>
            <p:cNvSpPr/>
            <p:nvPr/>
          </p:nvSpPr>
          <p:spPr>
            <a:xfrm>
              <a:off x="4137501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6" name="Freeform 825">
              <a:extLst>
                <a:ext uri="{FF2B5EF4-FFF2-40B4-BE49-F238E27FC236}">
                  <a16:creationId xmlns:a16="http://schemas.microsoft.com/office/drawing/2014/main" id="{FD9BFFC8-A2A5-5298-7CBA-910ED5971270}"/>
                </a:ext>
              </a:extLst>
            </p:cNvPr>
            <p:cNvSpPr/>
            <p:nvPr/>
          </p:nvSpPr>
          <p:spPr>
            <a:xfrm>
              <a:off x="4137501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7" name="Freeform 826">
              <a:extLst>
                <a:ext uri="{FF2B5EF4-FFF2-40B4-BE49-F238E27FC236}">
                  <a16:creationId xmlns:a16="http://schemas.microsoft.com/office/drawing/2014/main" id="{0D79A2BF-94B3-C258-CA9C-2C21C7894DC8}"/>
                </a:ext>
              </a:extLst>
            </p:cNvPr>
            <p:cNvSpPr/>
            <p:nvPr/>
          </p:nvSpPr>
          <p:spPr>
            <a:xfrm>
              <a:off x="4137501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8" name="Freeform 827">
              <a:extLst>
                <a:ext uri="{FF2B5EF4-FFF2-40B4-BE49-F238E27FC236}">
                  <a16:creationId xmlns:a16="http://schemas.microsoft.com/office/drawing/2014/main" id="{A307F80D-F3B7-F8F6-57BF-7C0D0209CE80}"/>
                </a:ext>
              </a:extLst>
            </p:cNvPr>
            <p:cNvSpPr/>
            <p:nvPr/>
          </p:nvSpPr>
          <p:spPr>
            <a:xfrm>
              <a:off x="4137501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9" name="Freeform 828">
              <a:extLst>
                <a:ext uri="{FF2B5EF4-FFF2-40B4-BE49-F238E27FC236}">
                  <a16:creationId xmlns:a16="http://schemas.microsoft.com/office/drawing/2014/main" id="{42D19B67-EF07-5933-425A-2B40F0FD5E3D}"/>
                </a:ext>
              </a:extLst>
            </p:cNvPr>
            <p:cNvSpPr/>
            <p:nvPr/>
          </p:nvSpPr>
          <p:spPr>
            <a:xfrm>
              <a:off x="4137501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0" name="Freeform 829">
              <a:extLst>
                <a:ext uri="{FF2B5EF4-FFF2-40B4-BE49-F238E27FC236}">
                  <a16:creationId xmlns:a16="http://schemas.microsoft.com/office/drawing/2014/main" id="{2C336F28-F8B0-CAE2-18C7-96469384F275}"/>
                </a:ext>
              </a:extLst>
            </p:cNvPr>
            <p:cNvSpPr/>
            <p:nvPr/>
          </p:nvSpPr>
          <p:spPr>
            <a:xfrm>
              <a:off x="4137501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1" name="Freeform 830">
              <a:extLst>
                <a:ext uri="{FF2B5EF4-FFF2-40B4-BE49-F238E27FC236}">
                  <a16:creationId xmlns:a16="http://schemas.microsoft.com/office/drawing/2014/main" id="{2A7EB253-009E-B7A6-FF5C-E966CF5CEBE4}"/>
                </a:ext>
              </a:extLst>
            </p:cNvPr>
            <p:cNvSpPr/>
            <p:nvPr/>
          </p:nvSpPr>
          <p:spPr>
            <a:xfrm>
              <a:off x="4137501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2" name="Freeform 831">
              <a:extLst>
                <a:ext uri="{FF2B5EF4-FFF2-40B4-BE49-F238E27FC236}">
                  <a16:creationId xmlns:a16="http://schemas.microsoft.com/office/drawing/2014/main" id="{98C67AF7-7379-08F6-1F0C-E8935A862CFD}"/>
                </a:ext>
              </a:extLst>
            </p:cNvPr>
            <p:cNvSpPr/>
            <p:nvPr/>
          </p:nvSpPr>
          <p:spPr>
            <a:xfrm>
              <a:off x="4137501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3" name="Freeform 832">
              <a:extLst>
                <a:ext uri="{FF2B5EF4-FFF2-40B4-BE49-F238E27FC236}">
                  <a16:creationId xmlns:a16="http://schemas.microsoft.com/office/drawing/2014/main" id="{126B7FD1-8DD8-5549-1EC8-88ABC1564DB7}"/>
                </a:ext>
              </a:extLst>
            </p:cNvPr>
            <p:cNvSpPr/>
            <p:nvPr/>
          </p:nvSpPr>
          <p:spPr>
            <a:xfrm>
              <a:off x="4137501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4" name="Freeform 833">
              <a:extLst>
                <a:ext uri="{FF2B5EF4-FFF2-40B4-BE49-F238E27FC236}">
                  <a16:creationId xmlns:a16="http://schemas.microsoft.com/office/drawing/2014/main" id="{3EC9229A-42A0-B92A-D076-A18E5F607746}"/>
                </a:ext>
              </a:extLst>
            </p:cNvPr>
            <p:cNvSpPr/>
            <p:nvPr/>
          </p:nvSpPr>
          <p:spPr>
            <a:xfrm>
              <a:off x="4137501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5" name="Freeform 834">
              <a:extLst>
                <a:ext uri="{FF2B5EF4-FFF2-40B4-BE49-F238E27FC236}">
                  <a16:creationId xmlns:a16="http://schemas.microsoft.com/office/drawing/2014/main" id="{F0436A2E-5F1B-F5FD-A398-C88A798F68AB}"/>
                </a:ext>
              </a:extLst>
            </p:cNvPr>
            <p:cNvSpPr/>
            <p:nvPr/>
          </p:nvSpPr>
          <p:spPr>
            <a:xfrm>
              <a:off x="4228179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6" name="Freeform 835">
              <a:extLst>
                <a:ext uri="{FF2B5EF4-FFF2-40B4-BE49-F238E27FC236}">
                  <a16:creationId xmlns:a16="http://schemas.microsoft.com/office/drawing/2014/main" id="{BE9A794E-9AEA-9882-A95C-9B41508659B3}"/>
                </a:ext>
              </a:extLst>
            </p:cNvPr>
            <p:cNvSpPr/>
            <p:nvPr/>
          </p:nvSpPr>
          <p:spPr>
            <a:xfrm>
              <a:off x="4228179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7" name="Freeform 836">
              <a:extLst>
                <a:ext uri="{FF2B5EF4-FFF2-40B4-BE49-F238E27FC236}">
                  <a16:creationId xmlns:a16="http://schemas.microsoft.com/office/drawing/2014/main" id="{3C07E2B7-48F0-06A0-E35A-AD3811729B77}"/>
                </a:ext>
              </a:extLst>
            </p:cNvPr>
            <p:cNvSpPr/>
            <p:nvPr/>
          </p:nvSpPr>
          <p:spPr>
            <a:xfrm>
              <a:off x="4228179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8" name="Freeform 837">
              <a:extLst>
                <a:ext uri="{FF2B5EF4-FFF2-40B4-BE49-F238E27FC236}">
                  <a16:creationId xmlns:a16="http://schemas.microsoft.com/office/drawing/2014/main" id="{AF49FFDC-959C-CFFA-AF35-F13C7D52D143}"/>
                </a:ext>
              </a:extLst>
            </p:cNvPr>
            <p:cNvSpPr/>
            <p:nvPr/>
          </p:nvSpPr>
          <p:spPr>
            <a:xfrm>
              <a:off x="4228179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9" name="Freeform 838">
              <a:extLst>
                <a:ext uri="{FF2B5EF4-FFF2-40B4-BE49-F238E27FC236}">
                  <a16:creationId xmlns:a16="http://schemas.microsoft.com/office/drawing/2014/main" id="{46F80C13-DB86-C7C1-59EA-0B224BC61E8B}"/>
                </a:ext>
              </a:extLst>
            </p:cNvPr>
            <p:cNvSpPr/>
            <p:nvPr/>
          </p:nvSpPr>
          <p:spPr>
            <a:xfrm>
              <a:off x="4228179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0" name="Freeform 839">
              <a:extLst>
                <a:ext uri="{FF2B5EF4-FFF2-40B4-BE49-F238E27FC236}">
                  <a16:creationId xmlns:a16="http://schemas.microsoft.com/office/drawing/2014/main" id="{AFD5F0D3-E9EF-AF70-C358-27184454B7D8}"/>
                </a:ext>
              </a:extLst>
            </p:cNvPr>
            <p:cNvSpPr/>
            <p:nvPr/>
          </p:nvSpPr>
          <p:spPr>
            <a:xfrm>
              <a:off x="4228179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1" name="Freeform 840">
              <a:extLst>
                <a:ext uri="{FF2B5EF4-FFF2-40B4-BE49-F238E27FC236}">
                  <a16:creationId xmlns:a16="http://schemas.microsoft.com/office/drawing/2014/main" id="{7DBB1A7C-BFF4-F521-6E22-F47E6BB2BBFD}"/>
                </a:ext>
              </a:extLst>
            </p:cNvPr>
            <p:cNvSpPr/>
            <p:nvPr/>
          </p:nvSpPr>
          <p:spPr>
            <a:xfrm>
              <a:off x="4228179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2" name="Freeform 841">
              <a:extLst>
                <a:ext uri="{FF2B5EF4-FFF2-40B4-BE49-F238E27FC236}">
                  <a16:creationId xmlns:a16="http://schemas.microsoft.com/office/drawing/2014/main" id="{11F64146-BC86-0A07-5EBD-EF1B9A0B0A9C}"/>
                </a:ext>
              </a:extLst>
            </p:cNvPr>
            <p:cNvSpPr/>
            <p:nvPr/>
          </p:nvSpPr>
          <p:spPr>
            <a:xfrm>
              <a:off x="4228179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3" name="Freeform 842">
              <a:extLst>
                <a:ext uri="{FF2B5EF4-FFF2-40B4-BE49-F238E27FC236}">
                  <a16:creationId xmlns:a16="http://schemas.microsoft.com/office/drawing/2014/main" id="{BD45628C-170B-CE20-DC6F-4D8AE0DF888C}"/>
                </a:ext>
              </a:extLst>
            </p:cNvPr>
            <p:cNvSpPr/>
            <p:nvPr/>
          </p:nvSpPr>
          <p:spPr>
            <a:xfrm>
              <a:off x="4228179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4" name="Freeform 843">
              <a:extLst>
                <a:ext uri="{FF2B5EF4-FFF2-40B4-BE49-F238E27FC236}">
                  <a16:creationId xmlns:a16="http://schemas.microsoft.com/office/drawing/2014/main" id="{59C2E82D-C2C2-7DEA-1EFF-DA3B0A7DFEBA}"/>
                </a:ext>
              </a:extLst>
            </p:cNvPr>
            <p:cNvSpPr/>
            <p:nvPr/>
          </p:nvSpPr>
          <p:spPr>
            <a:xfrm>
              <a:off x="4228179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5" name="Freeform 844">
              <a:extLst>
                <a:ext uri="{FF2B5EF4-FFF2-40B4-BE49-F238E27FC236}">
                  <a16:creationId xmlns:a16="http://schemas.microsoft.com/office/drawing/2014/main" id="{7C8011A8-9780-39F9-58EE-3BC6FBA7BEE5}"/>
                </a:ext>
              </a:extLst>
            </p:cNvPr>
            <p:cNvSpPr/>
            <p:nvPr/>
          </p:nvSpPr>
          <p:spPr>
            <a:xfrm>
              <a:off x="4228179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6" name="Freeform 845">
              <a:extLst>
                <a:ext uri="{FF2B5EF4-FFF2-40B4-BE49-F238E27FC236}">
                  <a16:creationId xmlns:a16="http://schemas.microsoft.com/office/drawing/2014/main" id="{2DB05D5F-E4C4-FD15-E8EC-AC64129F47C8}"/>
                </a:ext>
              </a:extLst>
            </p:cNvPr>
            <p:cNvSpPr/>
            <p:nvPr/>
          </p:nvSpPr>
          <p:spPr>
            <a:xfrm>
              <a:off x="4228179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7" name="Freeform 846">
              <a:extLst>
                <a:ext uri="{FF2B5EF4-FFF2-40B4-BE49-F238E27FC236}">
                  <a16:creationId xmlns:a16="http://schemas.microsoft.com/office/drawing/2014/main" id="{2D6F4CC2-8C44-8383-068E-BF0507785AA3}"/>
                </a:ext>
              </a:extLst>
            </p:cNvPr>
            <p:cNvSpPr/>
            <p:nvPr/>
          </p:nvSpPr>
          <p:spPr>
            <a:xfrm>
              <a:off x="4228179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8" name="Freeform 847">
              <a:extLst>
                <a:ext uri="{FF2B5EF4-FFF2-40B4-BE49-F238E27FC236}">
                  <a16:creationId xmlns:a16="http://schemas.microsoft.com/office/drawing/2014/main" id="{FB4D9FD2-EDE9-309A-9F80-171176A637FF}"/>
                </a:ext>
              </a:extLst>
            </p:cNvPr>
            <p:cNvSpPr/>
            <p:nvPr/>
          </p:nvSpPr>
          <p:spPr>
            <a:xfrm>
              <a:off x="4228179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20026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9" name="Freeform 848">
              <a:extLst>
                <a:ext uri="{FF2B5EF4-FFF2-40B4-BE49-F238E27FC236}">
                  <a16:creationId xmlns:a16="http://schemas.microsoft.com/office/drawing/2014/main" id="{8A32948C-EE36-82D8-FACA-92E6DB3CC5ED}"/>
                </a:ext>
              </a:extLst>
            </p:cNvPr>
            <p:cNvSpPr/>
            <p:nvPr/>
          </p:nvSpPr>
          <p:spPr>
            <a:xfrm>
              <a:off x="4228179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0" name="Freeform 849">
              <a:extLst>
                <a:ext uri="{FF2B5EF4-FFF2-40B4-BE49-F238E27FC236}">
                  <a16:creationId xmlns:a16="http://schemas.microsoft.com/office/drawing/2014/main" id="{E67C4528-C2B3-5CCC-EC58-C75975449101}"/>
                </a:ext>
              </a:extLst>
            </p:cNvPr>
            <p:cNvSpPr/>
            <p:nvPr/>
          </p:nvSpPr>
          <p:spPr>
            <a:xfrm>
              <a:off x="4318857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1" name="Freeform 850">
              <a:extLst>
                <a:ext uri="{FF2B5EF4-FFF2-40B4-BE49-F238E27FC236}">
                  <a16:creationId xmlns:a16="http://schemas.microsoft.com/office/drawing/2014/main" id="{30479B42-D37D-1A14-B6AC-6167E54E2D44}"/>
                </a:ext>
              </a:extLst>
            </p:cNvPr>
            <p:cNvSpPr/>
            <p:nvPr/>
          </p:nvSpPr>
          <p:spPr>
            <a:xfrm>
              <a:off x="4318857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2" name="Freeform 851">
              <a:extLst>
                <a:ext uri="{FF2B5EF4-FFF2-40B4-BE49-F238E27FC236}">
                  <a16:creationId xmlns:a16="http://schemas.microsoft.com/office/drawing/2014/main" id="{25FF33FE-EDD9-157C-01A3-991009EED7C1}"/>
                </a:ext>
              </a:extLst>
            </p:cNvPr>
            <p:cNvSpPr/>
            <p:nvPr/>
          </p:nvSpPr>
          <p:spPr>
            <a:xfrm>
              <a:off x="4318857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3" name="Freeform 852">
              <a:extLst>
                <a:ext uri="{FF2B5EF4-FFF2-40B4-BE49-F238E27FC236}">
                  <a16:creationId xmlns:a16="http://schemas.microsoft.com/office/drawing/2014/main" id="{DDD68887-BCBE-DD52-E00C-E0896F9115A4}"/>
                </a:ext>
              </a:extLst>
            </p:cNvPr>
            <p:cNvSpPr/>
            <p:nvPr/>
          </p:nvSpPr>
          <p:spPr>
            <a:xfrm>
              <a:off x="4318857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4" name="Freeform 853">
              <a:extLst>
                <a:ext uri="{FF2B5EF4-FFF2-40B4-BE49-F238E27FC236}">
                  <a16:creationId xmlns:a16="http://schemas.microsoft.com/office/drawing/2014/main" id="{8460A421-2809-E843-03E8-1133B66192F7}"/>
                </a:ext>
              </a:extLst>
            </p:cNvPr>
            <p:cNvSpPr/>
            <p:nvPr/>
          </p:nvSpPr>
          <p:spPr>
            <a:xfrm>
              <a:off x="4318857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5" name="Freeform 854">
              <a:extLst>
                <a:ext uri="{FF2B5EF4-FFF2-40B4-BE49-F238E27FC236}">
                  <a16:creationId xmlns:a16="http://schemas.microsoft.com/office/drawing/2014/main" id="{7B5BC493-A286-D15C-2FCD-0FB965CFABAE}"/>
                </a:ext>
              </a:extLst>
            </p:cNvPr>
            <p:cNvSpPr/>
            <p:nvPr/>
          </p:nvSpPr>
          <p:spPr>
            <a:xfrm>
              <a:off x="4318857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6" name="Freeform 855">
              <a:extLst>
                <a:ext uri="{FF2B5EF4-FFF2-40B4-BE49-F238E27FC236}">
                  <a16:creationId xmlns:a16="http://schemas.microsoft.com/office/drawing/2014/main" id="{CC467CDE-477E-8E9D-B4EE-656D821AD83D}"/>
                </a:ext>
              </a:extLst>
            </p:cNvPr>
            <p:cNvSpPr/>
            <p:nvPr/>
          </p:nvSpPr>
          <p:spPr>
            <a:xfrm>
              <a:off x="4318857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7" name="Freeform 856">
              <a:extLst>
                <a:ext uri="{FF2B5EF4-FFF2-40B4-BE49-F238E27FC236}">
                  <a16:creationId xmlns:a16="http://schemas.microsoft.com/office/drawing/2014/main" id="{AD5D6B43-C9DA-7179-697B-46DE283F2BE8}"/>
                </a:ext>
              </a:extLst>
            </p:cNvPr>
            <p:cNvSpPr/>
            <p:nvPr/>
          </p:nvSpPr>
          <p:spPr>
            <a:xfrm>
              <a:off x="4318857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8" name="Freeform 857">
              <a:extLst>
                <a:ext uri="{FF2B5EF4-FFF2-40B4-BE49-F238E27FC236}">
                  <a16:creationId xmlns:a16="http://schemas.microsoft.com/office/drawing/2014/main" id="{1AA51066-0FA3-25F7-FB41-DB09D19DCC63}"/>
                </a:ext>
              </a:extLst>
            </p:cNvPr>
            <p:cNvSpPr/>
            <p:nvPr/>
          </p:nvSpPr>
          <p:spPr>
            <a:xfrm>
              <a:off x="4318857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9" name="Freeform 858">
              <a:extLst>
                <a:ext uri="{FF2B5EF4-FFF2-40B4-BE49-F238E27FC236}">
                  <a16:creationId xmlns:a16="http://schemas.microsoft.com/office/drawing/2014/main" id="{EE90DC1B-DDED-8FF4-8733-765D6DB51A6E}"/>
                </a:ext>
              </a:extLst>
            </p:cNvPr>
            <p:cNvSpPr/>
            <p:nvPr/>
          </p:nvSpPr>
          <p:spPr>
            <a:xfrm>
              <a:off x="4318857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0" name="Freeform 859">
              <a:extLst>
                <a:ext uri="{FF2B5EF4-FFF2-40B4-BE49-F238E27FC236}">
                  <a16:creationId xmlns:a16="http://schemas.microsoft.com/office/drawing/2014/main" id="{418D0C86-23D4-97D2-E101-74E523BD12EB}"/>
                </a:ext>
              </a:extLst>
            </p:cNvPr>
            <p:cNvSpPr/>
            <p:nvPr/>
          </p:nvSpPr>
          <p:spPr>
            <a:xfrm>
              <a:off x="4318857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1" name="Freeform 860">
              <a:extLst>
                <a:ext uri="{FF2B5EF4-FFF2-40B4-BE49-F238E27FC236}">
                  <a16:creationId xmlns:a16="http://schemas.microsoft.com/office/drawing/2014/main" id="{773F37C8-B749-A38D-656E-A12B4CEEE7E1}"/>
                </a:ext>
              </a:extLst>
            </p:cNvPr>
            <p:cNvSpPr/>
            <p:nvPr/>
          </p:nvSpPr>
          <p:spPr>
            <a:xfrm>
              <a:off x="4318857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2" name="Freeform 861">
              <a:extLst>
                <a:ext uri="{FF2B5EF4-FFF2-40B4-BE49-F238E27FC236}">
                  <a16:creationId xmlns:a16="http://schemas.microsoft.com/office/drawing/2014/main" id="{586089D3-4698-4117-70D1-75EDBC505EA4}"/>
                </a:ext>
              </a:extLst>
            </p:cNvPr>
            <p:cNvSpPr/>
            <p:nvPr/>
          </p:nvSpPr>
          <p:spPr>
            <a:xfrm>
              <a:off x="4318857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3" name="Freeform 862">
              <a:extLst>
                <a:ext uri="{FF2B5EF4-FFF2-40B4-BE49-F238E27FC236}">
                  <a16:creationId xmlns:a16="http://schemas.microsoft.com/office/drawing/2014/main" id="{7A9ED105-B9E8-5792-4601-B4C334291A72}"/>
                </a:ext>
              </a:extLst>
            </p:cNvPr>
            <p:cNvSpPr/>
            <p:nvPr/>
          </p:nvSpPr>
          <p:spPr>
            <a:xfrm>
              <a:off x="4318857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4" name="Freeform 863">
              <a:extLst>
                <a:ext uri="{FF2B5EF4-FFF2-40B4-BE49-F238E27FC236}">
                  <a16:creationId xmlns:a16="http://schemas.microsoft.com/office/drawing/2014/main" id="{3DA0BA71-C8C1-1B67-2618-026C5E4AE490}"/>
                </a:ext>
              </a:extLst>
            </p:cNvPr>
            <p:cNvSpPr/>
            <p:nvPr/>
          </p:nvSpPr>
          <p:spPr>
            <a:xfrm>
              <a:off x="4318857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5" name="Freeform 864">
              <a:extLst>
                <a:ext uri="{FF2B5EF4-FFF2-40B4-BE49-F238E27FC236}">
                  <a16:creationId xmlns:a16="http://schemas.microsoft.com/office/drawing/2014/main" id="{36589A50-27D7-A4D3-6274-9E761505B083}"/>
                </a:ext>
              </a:extLst>
            </p:cNvPr>
            <p:cNvSpPr/>
            <p:nvPr/>
          </p:nvSpPr>
          <p:spPr>
            <a:xfrm>
              <a:off x="4409535" y="511166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6" name="Freeform 865">
              <a:extLst>
                <a:ext uri="{FF2B5EF4-FFF2-40B4-BE49-F238E27FC236}">
                  <a16:creationId xmlns:a16="http://schemas.microsoft.com/office/drawing/2014/main" id="{4C0E1A47-62A8-7047-A234-40A6B5756515}"/>
                </a:ext>
              </a:extLst>
            </p:cNvPr>
            <p:cNvSpPr/>
            <p:nvPr/>
          </p:nvSpPr>
          <p:spPr>
            <a:xfrm>
              <a:off x="4409535" y="496998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5 h 141594"/>
                <a:gd name="connsiteX3" fmla="*/ 0 w 90677"/>
                <a:gd name="connsiteY3" fmla="*/ 141595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5"/>
                  </a:lnTo>
                  <a:lnTo>
                    <a:pt x="0" y="141595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7" name="Freeform 866">
              <a:extLst>
                <a:ext uri="{FF2B5EF4-FFF2-40B4-BE49-F238E27FC236}">
                  <a16:creationId xmlns:a16="http://schemas.microsoft.com/office/drawing/2014/main" id="{4AFE7A58-43F9-FD3D-445F-A5943890D83B}"/>
                </a:ext>
              </a:extLst>
            </p:cNvPr>
            <p:cNvSpPr/>
            <p:nvPr/>
          </p:nvSpPr>
          <p:spPr>
            <a:xfrm>
              <a:off x="4409535" y="482838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8" name="Freeform 867">
              <a:extLst>
                <a:ext uri="{FF2B5EF4-FFF2-40B4-BE49-F238E27FC236}">
                  <a16:creationId xmlns:a16="http://schemas.microsoft.com/office/drawing/2014/main" id="{9765EF4F-81D8-C6F7-97AF-6F58559F9D5F}"/>
                </a:ext>
              </a:extLst>
            </p:cNvPr>
            <p:cNvSpPr/>
            <p:nvPr/>
          </p:nvSpPr>
          <p:spPr>
            <a:xfrm>
              <a:off x="4409535" y="4686792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9" name="Freeform 868">
              <a:extLst>
                <a:ext uri="{FF2B5EF4-FFF2-40B4-BE49-F238E27FC236}">
                  <a16:creationId xmlns:a16="http://schemas.microsoft.com/office/drawing/2014/main" id="{E6D1CF07-F3F1-1E24-4A69-9F4F16A90D06}"/>
                </a:ext>
              </a:extLst>
            </p:cNvPr>
            <p:cNvSpPr/>
            <p:nvPr/>
          </p:nvSpPr>
          <p:spPr>
            <a:xfrm>
              <a:off x="4409535" y="454519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0" name="Freeform 869">
              <a:extLst>
                <a:ext uri="{FF2B5EF4-FFF2-40B4-BE49-F238E27FC236}">
                  <a16:creationId xmlns:a16="http://schemas.microsoft.com/office/drawing/2014/main" id="{5EB89B4D-90F0-A867-0048-AD3E84CEE2A4}"/>
                </a:ext>
              </a:extLst>
            </p:cNvPr>
            <p:cNvSpPr/>
            <p:nvPr/>
          </p:nvSpPr>
          <p:spPr>
            <a:xfrm>
              <a:off x="4409535" y="440351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1" name="Freeform 870">
              <a:extLst>
                <a:ext uri="{FF2B5EF4-FFF2-40B4-BE49-F238E27FC236}">
                  <a16:creationId xmlns:a16="http://schemas.microsoft.com/office/drawing/2014/main" id="{E62A8680-5D9C-9941-FBF3-BE140D4BBA1B}"/>
                </a:ext>
              </a:extLst>
            </p:cNvPr>
            <p:cNvSpPr/>
            <p:nvPr/>
          </p:nvSpPr>
          <p:spPr>
            <a:xfrm>
              <a:off x="4409535" y="4261919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2" name="Freeform 871">
              <a:extLst>
                <a:ext uri="{FF2B5EF4-FFF2-40B4-BE49-F238E27FC236}">
                  <a16:creationId xmlns:a16="http://schemas.microsoft.com/office/drawing/2014/main" id="{806DEEA7-84D6-E5C1-5866-E41BFA8DA8B0}"/>
                </a:ext>
              </a:extLst>
            </p:cNvPr>
            <p:cNvSpPr/>
            <p:nvPr/>
          </p:nvSpPr>
          <p:spPr>
            <a:xfrm>
              <a:off x="4409535" y="4120325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3" name="Freeform 872">
              <a:extLst>
                <a:ext uri="{FF2B5EF4-FFF2-40B4-BE49-F238E27FC236}">
                  <a16:creationId xmlns:a16="http://schemas.microsoft.com/office/drawing/2014/main" id="{A0CC2B0D-DB4A-BFB0-10F5-631BE85C4762}"/>
                </a:ext>
              </a:extLst>
            </p:cNvPr>
            <p:cNvSpPr/>
            <p:nvPr/>
          </p:nvSpPr>
          <p:spPr>
            <a:xfrm>
              <a:off x="4409535" y="3978640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4" name="Freeform 873">
              <a:extLst>
                <a:ext uri="{FF2B5EF4-FFF2-40B4-BE49-F238E27FC236}">
                  <a16:creationId xmlns:a16="http://schemas.microsoft.com/office/drawing/2014/main" id="{4A602E66-E9BA-4AD4-AB7C-A58D08AE5E58}"/>
                </a:ext>
              </a:extLst>
            </p:cNvPr>
            <p:cNvSpPr/>
            <p:nvPr/>
          </p:nvSpPr>
          <p:spPr>
            <a:xfrm>
              <a:off x="4409535" y="3837046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5" name="Freeform 874">
              <a:extLst>
                <a:ext uri="{FF2B5EF4-FFF2-40B4-BE49-F238E27FC236}">
                  <a16:creationId xmlns:a16="http://schemas.microsoft.com/office/drawing/2014/main" id="{0A5967B9-607F-4BEF-D59B-196E5DC04F75}"/>
                </a:ext>
              </a:extLst>
            </p:cNvPr>
            <p:cNvSpPr/>
            <p:nvPr/>
          </p:nvSpPr>
          <p:spPr>
            <a:xfrm>
              <a:off x="4409535" y="3695451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6" name="Freeform 875">
              <a:extLst>
                <a:ext uri="{FF2B5EF4-FFF2-40B4-BE49-F238E27FC236}">
                  <a16:creationId xmlns:a16="http://schemas.microsoft.com/office/drawing/2014/main" id="{E3860A1E-2DAD-1265-3169-070014EDB90F}"/>
                </a:ext>
              </a:extLst>
            </p:cNvPr>
            <p:cNvSpPr/>
            <p:nvPr/>
          </p:nvSpPr>
          <p:spPr>
            <a:xfrm>
              <a:off x="4409535" y="3553767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A288A8F0-A283-AC57-9DB4-DFD36244639B}"/>
                </a:ext>
              </a:extLst>
            </p:cNvPr>
            <p:cNvSpPr/>
            <p:nvPr/>
          </p:nvSpPr>
          <p:spPr>
            <a:xfrm>
              <a:off x="4409535" y="3412173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8" name="Freeform 877">
              <a:extLst>
                <a:ext uri="{FF2B5EF4-FFF2-40B4-BE49-F238E27FC236}">
                  <a16:creationId xmlns:a16="http://schemas.microsoft.com/office/drawing/2014/main" id="{D5AC9379-2296-1E73-2B66-D26C7EE0E465}"/>
                </a:ext>
              </a:extLst>
            </p:cNvPr>
            <p:cNvSpPr/>
            <p:nvPr/>
          </p:nvSpPr>
          <p:spPr>
            <a:xfrm>
              <a:off x="4409535" y="3270578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9" name="Freeform 878">
              <a:extLst>
                <a:ext uri="{FF2B5EF4-FFF2-40B4-BE49-F238E27FC236}">
                  <a16:creationId xmlns:a16="http://schemas.microsoft.com/office/drawing/2014/main" id="{3BB112C2-56C6-3CF6-B2D9-B92875063F15}"/>
                </a:ext>
              </a:extLst>
            </p:cNvPr>
            <p:cNvSpPr/>
            <p:nvPr/>
          </p:nvSpPr>
          <p:spPr>
            <a:xfrm>
              <a:off x="4409535" y="3128894"/>
              <a:ext cx="90677" cy="141594"/>
            </a:xfrm>
            <a:custGeom>
              <a:avLst/>
              <a:gdLst>
                <a:gd name="connsiteX0" fmla="*/ 0 w 90677"/>
                <a:gd name="connsiteY0" fmla="*/ 0 h 141594"/>
                <a:gd name="connsiteX1" fmla="*/ 90678 w 90677"/>
                <a:gd name="connsiteY1" fmla="*/ 0 h 141594"/>
                <a:gd name="connsiteX2" fmla="*/ 90678 w 90677"/>
                <a:gd name="connsiteY2" fmla="*/ 141594 h 141594"/>
                <a:gd name="connsiteX3" fmla="*/ 0 w 90677"/>
                <a:gd name="connsiteY3" fmla="*/ 141594 h 14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677" h="141594">
                  <a:moveTo>
                    <a:pt x="0" y="0"/>
                  </a:moveTo>
                  <a:lnTo>
                    <a:pt x="90678" y="0"/>
                  </a:lnTo>
                  <a:lnTo>
                    <a:pt x="90678" y="141594"/>
                  </a:lnTo>
                  <a:lnTo>
                    <a:pt x="0" y="141594"/>
                  </a:lnTo>
                  <a:close/>
                </a:path>
              </a:pathLst>
            </a:custGeom>
            <a:solidFill>
              <a:srgbClr val="BEBEBE"/>
            </a:solidFill>
            <a:ln w="18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80" name="Graphic 4">
            <a:extLst>
              <a:ext uri="{FF2B5EF4-FFF2-40B4-BE49-F238E27FC236}">
                <a16:creationId xmlns:a16="http://schemas.microsoft.com/office/drawing/2014/main" id="{B63C0A7B-97A1-3473-9373-D3E08262ACDF}"/>
              </a:ext>
            </a:extLst>
          </p:cNvPr>
          <p:cNvGrpSpPr/>
          <p:nvPr/>
        </p:nvGrpSpPr>
        <p:grpSpPr>
          <a:xfrm>
            <a:off x="1608952" y="538993"/>
            <a:ext cx="924951" cy="163994"/>
            <a:chOff x="1608952" y="538993"/>
            <a:chExt cx="924951" cy="163994"/>
          </a:xfrm>
        </p:grpSpPr>
        <p:sp>
          <p:nvSpPr>
            <p:cNvPr id="881" name="Freeform 880">
              <a:extLst>
                <a:ext uri="{FF2B5EF4-FFF2-40B4-BE49-F238E27FC236}">
                  <a16:creationId xmlns:a16="http://schemas.microsoft.com/office/drawing/2014/main" id="{57EEF2C9-8F34-E24D-34BB-9E5A5C30B981}"/>
                </a:ext>
              </a:extLst>
            </p:cNvPr>
            <p:cNvSpPr/>
            <p:nvPr/>
          </p:nvSpPr>
          <p:spPr>
            <a:xfrm>
              <a:off x="1608952" y="538993"/>
              <a:ext cx="924951" cy="163994"/>
            </a:xfrm>
            <a:custGeom>
              <a:avLst/>
              <a:gdLst>
                <a:gd name="connsiteX0" fmla="*/ 0 w 924951"/>
                <a:gd name="connsiteY0" fmla="*/ 0 h 163994"/>
                <a:gd name="connsiteX1" fmla="*/ 924952 w 924951"/>
                <a:gd name="connsiteY1" fmla="*/ 0 h 163994"/>
                <a:gd name="connsiteX2" fmla="*/ 924952 w 924951"/>
                <a:gd name="connsiteY2" fmla="*/ 163994 h 163994"/>
                <a:gd name="connsiteX3" fmla="*/ 0 w 924951"/>
                <a:gd name="connsiteY3" fmla="*/ 163994 h 16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163994">
                  <a:moveTo>
                    <a:pt x="0" y="0"/>
                  </a:moveTo>
                  <a:lnTo>
                    <a:pt x="924952" y="0"/>
                  </a:lnTo>
                  <a:lnTo>
                    <a:pt x="924952" y="163994"/>
                  </a:lnTo>
                  <a:lnTo>
                    <a:pt x="0" y="163994"/>
                  </a:lnTo>
                  <a:close/>
                </a:path>
              </a:pathLst>
            </a:custGeom>
            <a:solidFill>
              <a:srgbClr val="CCCCCC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2" name="TextBox 881">
              <a:extLst>
                <a:ext uri="{FF2B5EF4-FFF2-40B4-BE49-F238E27FC236}">
                  <a16:creationId xmlns:a16="http://schemas.microsoft.com/office/drawing/2014/main" id="{E884D338-20E5-1DC1-D183-09428F231E86}"/>
                </a:ext>
              </a:extLst>
            </p:cNvPr>
            <p:cNvSpPr txBox="1"/>
            <p:nvPr/>
          </p:nvSpPr>
          <p:spPr>
            <a:xfrm>
              <a:off x="1944004" y="515043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</p:grpSp>
      <p:grpSp>
        <p:nvGrpSpPr>
          <p:cNvPr id="883" name="Graphic 4">
            <a:extLst>
              <a:ext uri="{FF2B5EF4-FFF2-40B4-BE49-F238E27FC236}">
                <a16:creationId xmlns:a16="http://schemas.microsoft.com/office/drawing/2014/main" id="{3DA0170F-E1E8-1D0A-0519-A14C3AA5F8D3}"/>
              </a:ext>
            </a:extLst>
          </p:cNvPr>
          <p:cNvGrpSpPr/>
          <p:nvPr/>
        </p:nvGrpSpPr>
        <p:grpSpPr>
          <a:xfrm>
            <a:off x="2596694" y="538993"/>
            <a:ext cx="924951" cy="163994"/>
            <a:chOff x="2596694" y="538993"/>
            <a:chExt cx="924951" cy="163994"/>
          </a:xfrm>
        </p:grpSpPr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25EB0254-9CD9-0E43-CAEA-D6437E079E9D}"/>
                </a:ext>
              </a:extLst>
            </p:cNvPr>
            <p:cNvSpPr/>
            <p:nvPr/>
          </p:nvSpPr>
          <p:spPr>
            <a:xfrm>
              <a:off x="2596694" y="538993"/>
              <a:ext cx="924951" cy="163994"/>
            </a:xfrm>
            <a:custGeom>
              <a:avLst/>
              <a:gdLst>
                <a:gd name="connsiteX0" fmla="*/ 0 w 924951"/>
                <a:gd name="connsiteY0" fmla="*/ 0 h 163994"/>
                <a:gd name="connsiteX1" fmla="*/ 924952 w 924951"/>
                <a:gd name="connsiteY1" fmla="*/ 0 h 163994"/>
                <a:gd name="connsiteX2" fmla="*/ 924952 w 924951"/>
                <a:gd name="connsiteY2" fmla="*/ 163994 h 163994"/>
                <a:gd name="connsiteX3" fmla="*/ 0 w 924951"/>
                <a:gd name="connsiteY3" fmla="*/ 163994 h 16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163994">
                  <a:moveTo>
                    <a:pt x="0" y="0"/>
                  </a:moveTo>
                  <a:lnTo>
                    <a:pt x="924952" y="0"/>
                  </a:lnTo>
                  <a:lnTo>
                    <a:pt x="924952" y="163994"/>
                  </a:lnTo>
                  <a:lnTo>
                    <a:pt x="0" y="163994"/>
                  </a:lnTo>
                  <a:close/>
                </a:path>
              </a:pathLst>
            </a:custGeom>
            <a:solidFill>
              <a:srgbClr val="CCCCCC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5" name="TextBox 884">
              <a:extLst>
                <a:ext uri="{FF2B5EF4-FFF2-40B4-BE49-F238E27FC236}">
                  <a16:creationId xmlns:a16="http://schemas.microsoft.com/office/drawing/2014/main" id="{7356CFCF-8DA5-7992-1306-96582CE37160}"/>
                </a:ext>
              </a:extLst>
            </p:cNvPr>
            <p:cNvSpPr txBox="1"/>
            <p:nvPr/>
          </p:nvSpPr>
          <p:spPr>
            <a:xfrm>
              <a:off x="2927249" y="515043"/>
              <a:ext cx="263842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</p:grpSp>
      <p:grpSp>
        <p:nvGrpSpPr>
          <p:cNvPr id="886" name="Graphic 4">
            <a:extLst>
              <a:ext uri="{FF2B5EF4-FFF2-40B4-BE49-F238E27FC236}">
                <a16:creationId xmlns:a16="http://schemas.microsoft.com/office/drawing/2014/main" id="{2B6975DC-CEA5-D415-11AB-5350D4F0C810}"/>
              </a:ext>
            </a:extLst>
          </p:cNvPr>
          <p:cNvGrpSpPr/>
          <p:nvPr/>
        </p:nvGrpSpPr>
        <p:grpSpPr>
          <a:xfrm>
            <a:off x="3584347" y="538993"/>
            <a:ext cx="924951" cy="163994"/>
            <a:chOff x="3584347" y="538993"/>
            <a:chExt cx="924951" cy="163994"/>
          </a:xfrm>
        </p:grpSpPr>
        <p:sp>
          <p:nvSpPr>
            <p:cNvPr id="887" name="Freeform 886">
              <a:extLst>
                <a:ext uri="{FF2B5EF4-FFF2-40B4-BE49-F238E27FC236}">
                  <a16:creationId xmlns:a16="http://schemas.microsoft.com/office/drawing/2014/main" id="{F1C4CA02-CCCC-D44C-8631-F130549CD3FF}"/>
                </a:ext>
              </a:extLst>
            </p:cNvPr>
            <p:cNvSpPr/>
            <p:nvPr/>
          </p:nvSpPr>
          <p:spPr>
            <a:xfrm>
              <a:off x="3584347" y="538993"/>
              <a:ext cx="924951" cy="163994"/>
            </a:xfrm>
            <a:custGeom>
              <a:avLst/>
              <a:gdLst>
                <a:gd name="connsiteX0" fmla="*/ 0 w 924951"/>
                <a:gd name="connsiteY0" fmla="*/ 0 h 163994"/>
                <a:gd name="connsiteX1" fmla="*/ 924952 w 924951"/>
                <a:gd name="connsiteY1" fmla="*/ 0 h 163994"/>
                <a:gd name="connsiteX2" fmla="*/ 924952 w 924951"/>
                <a:gd name="connsiteY2" fmla="*/ 163994 h 163994"/>
                <a:gd name="connsiteX3" fmla="*/ 0 w 924951"/>
                <a:gd name="connsiteY3" fmla="*/ 163994 h 16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951" h="163994">
                  <a:moveTo>
                    <a:pt x="0" y="0"/>
                  </a:moveTo>
                  <a:lnTo>
                    <a:pt x="924952" y="0"/>
                  </a:lnTo>
                  <a:lnTo>
                    <a:pt x="924952" y="163994"/>
                  </a:lnTo>
                  <a:lnTo>
                    <a:pt x="0" y="163994"/>
                  </a:lnTo>
                  <a:close/>
                </a:path>
              </a:pathLst>
            </a:custGeom>
            <a:solidFill>
              <a:srgbClr val="CCCCCC"/>
            </a:solidFill>
            <a:ln w="962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8" name="TextBox 887">
              <a:extLst>
                <a:ext uri="{FF2B5EF4-FFF2-40B4-BE49-F238E27FC236}">
                  <a16:creationId xmlns:a16="http://schemas.microsoft.com/office/drawing/2014/main" id="{E20F1DEC-64A9-6648-AF7E-B67DA3057880}"/>
                </a:ext>
              </a:extLst>
            </p:cNvPr>
            <p:cNvSpPr txBox="1"/>
            <p:nvPr/>
          </p:nvSpPr>
          <p:spPr>
            <a:xfrm>
              <a:off x="3919399" y="515043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</p:grpSp>
      <p:grpSp>
        <p:nvGrpSpPr>
          <p:cNvPr id="889" name="Graphic 4">
            <a:extLst>
              <a:ext uri="{FF2B5EF4-FFF2-40B4-BE49-F238E27FC236}">
                <a16:creationId xmlns:a16="http://schemas.microsoft.com/office/drawing/2014/main" id="{D979C73F-4C19-44EC-B620-12FE3CB2B4A2}"/>
              </a:ext>
            </a:extLst>
          </p:cNvPr>
          <p:cNvGrpSpPr/>
          <p:nvPr/>
        </p:nvGrpSpPr>
        <p:grpSpPr>
          <a:xfrm>
            <a:off x="721963" y="495274"/>
            <a:ext cx="3793093" cy="5099198"/>
            <a:chOff x="721963" y="495274"/>
            <a:chExt cx="3793093" cy="5099198"/>
          </a:xfrm>
        </p:grpSpPr>
        <p:sp>
          <p:nvSpPr>
            <p:cNvPr id="890" name="Freeform 889">
              <a:extLst>
                <a:ext uri="{FF2B5EF4-FFF2-40B4-BE49-F238E27FC236}">
                  <a16:creationId xmlns:a16="http://schemas.microsoft.com/office/drawing/2014/main" id="{D2B8B377-8B78-D538-0E69-AFEB90B875EA}"/>
                </a:ext>
              </a:extLst>
            </p:cNvPr>
            <p:cNvSpPr/>
            <p:nvPr/>
          </p:nvSpPr>
          <p:spPr>
            <a:xfrm>
              <a:off x="1608952" y="5267473"/>
              <a:ext cx="924951" cy="8995"/>
            </a:xfrm>
            <a:custGeom>
              <a:avLst/>
              <a:gdLst>
                <a:gd name="connsiteX0" fmla="*/ 0 w 924951"/>
                <a:gd name="connsiteY0" fmla="*/ 0 h 8995"/>
                <a:gd name="connsiteX1" fmla="*/ 924952 w 924951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4951" h="8995">
                  <a:moveTo>
                    <a:pt x="0" y="0"/>
                  </a:moveTo>
                  <a:lnTo>
                    <a:pt x="924952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BC2A367E-06FE-514A-CD37-EF88611E4934}"/>
                </a:ext>
              </a:extLst>
            </p:cNvPr>
            <p:cNvSpPr/>
            <p:nvPr/>
          </p:nvSpPr>
          <p:spPr>
            <a:xfrm>
              <a:off x="1663377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2" name="Freeform 891">
              <a:extLst>
                <a:ext uri="{FF2B5EF4-FFF2-40B4-BE49-F238E27FC236}">
                  <a16:creationId xmlns:a16="http://schemas.microsoft.com/office/drawing/2014/main" id="{A5FF9FA3-B842-8FCE-36F3-55F24D11BC98}"/>
                </a:ext>
              </a:extLst>
            </p:cNvPr>
            <p:cNvSpPr/>
            <p:nvPr/>
          </p:nvSpPr>
          <p:spPr>
            <a:xfrm>
              <a:off x="1754055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3" name="Freeform 892">
              <a:extLst>
                <a:ext uri="{FF2B5EF4-FFF2-40B4-BE49-F238E27FC236}">
                  <a16:creationId xmlns:a16="http://schemas.microsoft.com/office/drawing/2014/main" id="{8B74DFC6-24CB-56FD-E530-3E0E0ABBD17F}"/>
                </a:ext>
              </a:extLst>
            </p:cNvPr>
            <p:cNvSpPr/>
            <p:nvPr/>
          </p:nvSpPr>
          <p:spPr>
            <a:xfrm>
              <a:off x="1844733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4" name="Freeform 893">
              <a:extLst>
                <a:ext uri="{FF2B5EF4-FFF2-40B4-BE49-F238E27FC236}">
                  <a16:creationId xmlns:a16="http://schemas.microsoft.com/office/drawing/2014/main" id="{87A8ED94-9D30-6DE5-E006-E18D9820DD6F}"/>
                </a:ext>
              </a:extLst>
            </p:cNvPr>
            <p:cNvSpPr/>
            <p:nvPr/>
          </p:nvSpPr>
          <p:spPr>
            <a:xfrm>
              <a:off x="1935411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5" name="Freeform 894">
              <a:extLst>
                <a:ext uri="{FF2B5EF4-FFF2-40B4-BE49-F238E27FC236}">
                  <a16:creationId xmlns:a16="http://schemas.microsoft.com/office/drawing/2014/main" id="{38AA2031-8DD2-7BFF-432D-BD28EBFE9CA1}"/>
                </a:ext>
              </a:extLst>
            </p:cNvPr>
            <p:cNvSpPr/>
            <p:nvPr/>
          </p:nvSpPr>
          <p:spPr>
            <a:xfrm>
              <a:off x="2026089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6" name="Freeform 895">
              <a:extLst>
                <a:ext uri="{FF2B5EF4-FFF2-40B4-BE49-F238E27FC236}">
                  <a16:creationId xmlns:a16="http://schemas.microsoft.com/office/drawing/2014/main" id="{5E92EC43-E872-48A6-7EC9-830B65DE6669}"/>
                </a:ext>
              </a:extLst>
            </p:cNvPr>
            <p:cNvSpPr/>
            <p:nvPr/>
          </p:nvSpPr>
          <p:spPr>
            <a:xfrm>
              <a:off x="2116767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7" name="Freeform 896">
              <a:extLst>
                <a:ext uri="{FF2B5EF4-FFF2-40B4-BE49-F238E27FC236}">
                  <a16:creationId xmlns:a16="http://schemas.microsoft.com/office/drawing/2014/main" id="{FD7AC314-3F02-086F-975A-F922C5E116C1}"/>
                </a:ext>
              </a:extLst>
            </p:cNvPr>
            <p:cNvSpPr/>
            <p:nvPr/>
          </p:nvSpPr>
          <p:spPr>
            <a:xfrm>
              <a:off x="2207445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0D40BAFA-1E8E-E616-6E7E-EF2076CF0E54}"/>
                </a:ext>
              </a:extLst>
            </p:cNvPr>
            <p:cNvSpPr/>
            <p:nvPr/>
          </p:nvSpPr>
          <p:spPr>
            <a:xfrm>
              <a:off x="2298123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9" name="Freeform 898">
              <a:extLst>
                <a:ext uri="{FF2B5EF4-FFF2-40B4-BE49-F238E27FC236}">
                  <a16:creationId xmlns:a16="http://schemas.microsoft.com/office/drawing/2014/main" id="{5162E103-3888-38CF-7316-DA47701BDE4A}"/>
                </a:ext>
              </a:extLst>
            </p:cNvPr>
            <p:cNvSpPr/>
            <p:nvPr/>
          </p:nvSpPr>
          <p:spPr>
            <a:xfrm>
              <a:off x="2388801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0" name="Freeform 899">
              <a:extLst>
                <a:ext uri="{FF2B5EF4-FFF2-40B4-BE49-F238E27FC236}">
                  <a16:creationId xmlns:a16="http://schemas.microsoft.com/office/drawing/2014/main" id="{F7A3DF36-9DAA-0006-AA56-0EB2390C203A}"/>
                </a:ext>
              </a:extLst>
            </p:cNvPr>
            <p:cNvSpPr/>
            <p:nvPr/>
          </p:nvSpPr>
          <p:spPr>
            <a:xfrm>
              <a:off x="2479479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1" name="TextBox 900">
              <a:extLst>
                <a:ext uri="{FF2B5EF4-FFF2-40B4-BE49-F238E27FC236}">
                  <a16:creationId xmlns:a16="http://schemas.microsoft.com/office/drawing/2014/main" id="{5E79F23A-6369-1FC9-C74B-3B54ECD71E90}"/>
                </a:ext>
              </a:extLst>
            </p:cNvPr>
            <p:cNvSpPr txBox="1"/>
            <p:nvPr/>
          </p:nvSpPr>
          <p:spPr>
            <a:xfrm rot="5400000">
              <a:off x="1537753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902" name="TextBox 901">
              <a:extLst>
                <a:ext uri="{FF2B5EF4-FFF2-40B4-BE49-F238E27FC236}">
                  <a16:creationId xmlns:a16="http://schemas.microsoft.com/office/drawing/2014/main" id="{AF88C931-9D9B-0C8D-FEA9-6D78C848DA75}"/>
                </a:ext>
              </a:extLst>
            </p:cNvPr>
            <p:cNvSpPr txBox="1"/>
            <p:nvPr/>
          </p:nvSpPr>
          <p:spPr>
            <a:xfrm rot="5400000">
              <a:off x="1628431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903" name="TextBox 902">
              <a:extLst>
                <a:ext uri="{FF2B5EF4-FFF2-40B4-BE49-F238E27FC236}">
                  <a16:creationId xmlns:a16="http://schemas.microsoft.com/office/drawing/2014/main" id="{D130B37F-09F5-3F96-6B70-23652E3ADE20}"/>
                </a:ext>
              </a:extLst>
            </p:cNvPr>
            <p:cNvSpPr txBox="1"/>
            <p:nvPr/>
          </p:nvSpPr>
          <p:spPr>
            <a:xfrm rot="5400000">
              <a:off x="1719109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904" name="TextBox 903">
              <a:extLst>
                <a:ext uri="{FF2B5EF4-FFF2-40B4-BE49-F238E27FC236}">
                  <a16:creationId xmlns:a16="http://schemas.microsoft.com/office/drawing/2014/main" id="{C0F458C7-A31E-2AA2-69EB-F52E0A283F90}"/>
                </a:ext>
              </a:extLst>
            </p:cNvPr>
            <p:cNvSpPr txBox="1"/>
            <p:nvPr/>
          </p:nvSpPr>
          <p:spPr>
            <a:xfrm rot="5400000">
              <a:off x="1809787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905" name="TextBox 904">
              <a:extLst>
                <a:ext uri="{FF2B5EF4-FFF2-40B4-BE49-F238E27FC236}">
                  <a16:creationId xmlns:a16="http://schemas.microsoft.com/office/drawing/2014/main" id="{9105210D-B891-BE2C-8DBD-D84579C18EB4}"/>
                </a:ext>
              </a:extLst>
            </p:cNvPr>
            <p:cNvSpPr txBox="1"/>
            <p:nvPr/>
          </p:nvSpPr>
          <p:spPr>
            <a:xfrm rot="5400000">
              <a:off x="1900465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5</a:t>
              </a:r>
            </a:p>
          </p:txBody>
        </p:sp>
        <p:sp>
          <p:nvSpPr>
            <p:cNvPr id="906" name="TextBox 905">
              <a:extLst>
                <a:ext uri="{FF2B5EF4-FFF2-40B4-BE49-F238E27FC236}">
                  <a16:creationId xmlns:a16="http://schemas.microsoft.com/office/drawing/2014/main" id="{F86AF991-5E47-104B-11F4-9817B07C184D}"/>
                </a:ext>
              </a:extLst>
            </p:cNvPr>
            <p:cNvSpPr txBox="1"/>
            <p:nvPr/>
          </p:nvSpPr>
          <p:spPr>
            <a:xfrm rot="5400000">
              <a:off x="1991143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6</a:t>
              </a: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98253E03-C498-46C2-42BD-973C44DEF5A1}"/>
                </a:ext>
              </a:extLst>
            </p:cNvPr>
            <p:cNvSpPr txBox="1"/>
            <p:nvPr/>
          </p:nvSpPr>
          <p:spPr>
            <a:xfrm rot="5400000">
              <a:off x="2081821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7</a:t>
              </a:r>
            </a:p>
          </p:txBody>
        </p:sp>
        <p:sp>
          <p:nvSpPr>
            <p:cNvPr id="908" name="TextBox 907">
              <a:extLst>
                <a:ext uri="{FF2B5EF4-FFF2-40B4-BE49-F238E27FC236}">
                  <a16:creationId xmlns:a16="http://schemas.microsoft.com/office/drawing/2014/main" id="{D79644CC-8139-5C48-F18E-205E22D1D78D}"/>
                </a:ext>
              </a:extLst>
            </p:cNvPr>
            <p:cNvSpPr txBox="1"/>
            <p:nvPr/>
          </p:nvSpPr>
          <p:spPr>
            <a:xfrm rot="5400000">
              <a:off x="2172499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8</a:t>
              </a:r>
            </a:p>
          </p:txBody>
        </p:sp>
        <p:sp>
          <p:nvSpPr>
            <p:cNvPr id="909" name="TextBox 908">
              <a:extLst>
                <a:ext uri="{FF2B5EF4-FFF2-40B4-BE49-F238E27FC236}">
                  <a16:creationId xmlns:a16="http://schemas.microsoft.com/office/drawing/2014/main" id="{5435F4B8-42D8-3EDE-2FE9-FAF394975523}"/>
                </a:ext>
              </a:extLst>
            </p:cNvPr>
            <p:cNvSpPr txBox="1"/>
            <p:nvPr/>
          </p:nvSpPr>
          <p:spPr>
            <a:xfrm rot="5400000">
              <a:off x="2263177" y="525449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9</a:t>
              </a:r>
            </a:p>
          </p:txBody>
        </p:sp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6BEDFFC8-C11E-C7AD-9E73-3BB7F5A33876}"/>
                </a:ext>
              </a:extLst>
            </p:cNvPr>
            <p:cNvSpPr txBox="1"/>
            <p:nvPr/>
          </p:nvSpPr>
          <p:spPr>
            <a:xfrm rot="5400000">
              <a:off x="2322369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10</a:t>
              </a:r>
            </a:p>
          </p:txBody>
        </p:sp>
        <p:sp>
          <p:nvSpPr>
            <p:cNvPr id="911" name="Freeform 910">
              <a:extLst>
                <a:ext uri="{FF2B5EF4-FFF2-40B4-BE49-F238E27FC236}">
                  <a16:creationId xmlns:a16="http://schemas.microsoft.com/office/drawing/2014/main" id="{13EE7BC7-7968-AFE2-FFE9-91F4BDB6C08E}"/>
                </a:ext>
              </a:extLst>
            </p:cNvPr>
            <p:cNvSpPr/>
            <p:nvPr/>
          </p:nvSpPr>
          <p:spPr>
            <a:xfrm>
              <a:off x="2596694" y="5267473"/>
              <a:ext cx="924861" cy="8995"/>
            </a:xfrm>
            <a:custGeom>
              <a:avLst/>
              <a:gdLst>
                <a:gd name="connsiteX0" fmla="*/ 0 w 924861"/>
                <a:gd name="connsiteY0" fmla="*/ 0 h 8995"/>
                <a:gd name="connsiteX1" fmla="*/ 924862 w 924861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4861" h="8995">
                  <a:moveTo>
                    <a:pt x="0" y="0"/>
                  </a:moveTo>
                  <a:lnTo>
                    <a:pt x="924862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379C79FC-76DA-3BAF-4624-5DE6676B65FB}"/>
                </a:ext>
              </a:extLst>
            </p:cNvPr>
            <p:cNvSpPr/>
            <p:nvPr/>
          </p:nvSpPr>
          <p:spPr>
            <a:xfrm>
              <a:off x="2656966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3" name="Freeform 912">
              <a:extLst>
                <a:ext uri="{FF2B5EF4-FFF2-40B4-BE49-F238E27FC236}">
                  <a16:creationId xmlns:a16="http://schemas.microsoft.com/office/drawing/2014/main" id="{FD217E0F-6FCD-7895-F376-9CE90F51015B}"/>
                </a:ext>
              </a:extLst>
            </p:cNvPr>
            <p:cNvSpPr/>
            <p:nvPr/>
          </p:nvSpPr>
          <p:spPr>
            <a:xfrm>
              <a:off x="2757540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Freeform 913">
              <a:extLst>
                <a:ext uri="{FF2B5EF4-FFF2-40B4-BE49-F238E27FC236}">
                  <a16:creationId xmlns:a16="http://schemas.microsoft.com/office/drawing/2014/main" id="{A6644A97-770B-87CE-F373-BB96544EA699}"/>
                </a:ext>
              </a:extLst>
            </p:cNvPr>
            <p:cNvSpPr/>
            <p:nvPr/>
          </p:nvSpPr>
          <p:spPr>
            <a:xfrm>
              <a:off x="2858023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5" name="Freeform 914">
              <a:extLst>
                <a:ext uri="{FF2B5EF4-FFF2-40B4-BE49-F238E27FC236}">
                  <a16:creationId xmlns:a16="http://schemas.microsoft.com/office/drawing/2014/main" id="{09BA4DC9-EA60-21F3-32F1-AE9104175863}"/>
                </a:ext>
              </a:extLst>
            </p:cNvPr>
            <p:cNvSpPr/>
            <p:nvPr/>
          </p:nvSpPr>
          <p:spPr>
            <a:xfrm>
              <a:off x="2958597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Freeform 915">
              <a:extLst>
                <a:ext uri="{FF2B5EF4-FFF2-40B4-BE49-F238E27FC236}">
                  <a16:creationId xmlns:a16="http://schemas.microsoft.com/office/drawing/2014/main" id="{AAB106DD-A140-92F5-F563-0F8A551978B6}"/>
                </a:ext>
              </a:extLst>
            </p:cNvPr>
            <p:cNvSpPr/>
            <p:nvPr/>
          </p:nvSpPr>
          <p:spPr>
            <a:xfrm>
              <a:off x="3059170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Freeform 916">
              <a:extLst>
                <a:ext uri="{FF2B5EF4-FFF2-40B4-BE49-F238E27FC236}">
                  <a16:creationId xmlns:a16="http://schemas.microsoft.com/office/drawing/2014/main" id="{FC6E0293-DE95-30FD-59BB-5925D5DA0AA5}"/>
                </a:ext>
              </a:extLst>
            </p:cNvPr>
            <p:cNvSpPr/>
            <p:nvPr/>
          </p:nvSpPr>
          <p:spPr>
            <a:xfrm>
              <a:off x="3159654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Freeform 917">
              <a:extLst>
                <a:ext uri="{FF2B5EF4-FFF2-40B4-BE49-F238E27FC236}">
                  <a16:creationId xmlns:a16="http://schemas.microsoft.com/office/drawing/2014/main" id="{E777F449-7A0D-211F-60A7-6684F5FA0F73}"/>
                </a:ext>
              </a:extLst>
            </p:cNvPr>
            <p:cNvSpPr/>
            <p:nvPr/>
          </p:nvSpPr>
          <p:spPr>
            <a:xfrm>
              <a:off x="3260227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8DFAD932-F1F1-7966-5144-BE42199B6640}"/>
                </a:ext>
              </a:extLst>
            </p:cNvPr>
            <p:cNvSpPr/>
            <p:nvPr/>
          </p:nvSpPr>
          <p:spPr>
            <a:xfrm>
              <a:off x="3360711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0" name="Freeform 919">
              <a:extLst>
                <a:ext uri="{FF2B5EF4-FFF2-40B4-BE49-F238E27FC236}">
                  <a16:creationId xmlns:a16="http://schemas.microsoft.com/office/drawing/2014/main" id="{30F3CFEE-4132-9C95-2BE6-85D0D7C8E45F}"/>
                </a:ext>
              </a:extLst>
            </p:cNvPr>
            <p:cNvSpPr/>
            <p:nvPr/>
          </p:nvSpPr>
          <p:spPr>
            <a:xfrm>
              <a:off x="3461284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" name="TextBox 920">
              <a:extLst>
                <a:ext uri="{FF2B5EF4-FFF2-40B4-BE49-F238E27FC236}">
                  <a16:creationId xmlns:a16="http://schemas.microsoft.com/office/drawing/2014/main" id="{553A8BF8-5943-C36F-71BD-B2F25C9D9E52}"/>
                </a:ext>
              </a:extLst>
            </p:cNvPr>
            <p:cNvSpPr txBox="1"/>
            <p:nvPr/>
          </p:nvSpPr>
          <p:spPr>
            <a:xfrm rot="5400000">
              <a:off x="2504355" y="5275458"/>
              <a:ext cx="29982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11</a:t>
              </a:r>
            </a:p>
          </p:txBody>
        </p:sp>
        <p:sp>
          <p:nvSpPr>
            <p:cNvPr id="922" name="TextBox 921">
              <a:extLst>
                <a:ext uri="{FF2B5EF4-FFF2-40B4-BE49-F238E27FC236}">
                  <a16:creationId xmlns:a16="http://schemas.microsoft.com/office/drawing/2014/main" id="{C4856E63-77DC-550E-A78D-63F65A550FCD}"/>
                </a:ext>
              </a:extLst>
            </p:cNvPr>
            <p:cNvSpPr txBox="1"/>
            <p:nvPr/>
          </p:nvSpPr>
          <p:spPr>
            <a:xfrm rot="5400000">
              <a:off x="2600340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12</a:t>
              </a:r>
            </a:p>
          </p:txBody>
        </p:sp>
        <p:sp>
          <p:nvSpPr>
            <p:cNvPr id="923" name="TextBox 922">
              <a:extLst>
                <a:ext uri="{FF2B5EF4-FFF2-40B4-BE49-F238E27FC236}">
                  <a16:creationId xmlns:a16="http://schemas.microsoft.com/office/drawing/2014/main" id="{8E85975C-20D7-3B02-C3AB-47E29FAFB887}"/>
                </a:ext>
              </a:extLst>
            </p:cNvPr>
            <p:cNvSpPr txBox="1"/>
            <p:nvPr/>
          </p:nvSpPr>
          <p:spPr>
            <a:xfrm rot="5400000">
              <a:off x="2700914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13</a:t>
              </a:r>
            </a:p>
          </p:txBody>
        </p: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CF37B65E-7489-CEBF-91B9-39A746393664}"/>
                </a:ext>
              </a:extLst>
            </p:cNvPr>
            <p:cNvSpPr txBox="1"/>
            <p:nvPr/>
          </p:nvSpPr>
          <p:spPr>
            <a:xfrm rot="5400000">
              <a:off x="2801397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14</a:t>
              </a:r>
            </a:p>
          </p:txBody>
        </p:sp>
        <p:sp>
          <p:nvSpPr>
            <p:cNvPr id="925" name="TextBox 924">
              <a:extLst>
                <a:ext uri="{FF2B5EF4-FFF2-40B4-BE49-F238E27FC236}">
                  <a16:creationId xmlns:a16="http://schemas.microsoft.com/office/drawing/2014/main" id="{70FEF693-3FA6-E0A8-49B6-EBCB5969BBDA}"/>
                </a:ext>
              </a:extLst>
            </p:cNvPr>
            <p:cNvSpPr txBox="1"/>
            <p:nvPr/>
          </p:nvSpPr>
          <p:spPr>
            <a:xfrm rot="5400000">
              <a:off x="2901971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15</a:t>
              </a:r>
            </a:p>
          </p:txBody>
        </p:sp>
        <p:sp>
          <p:nvSpPr>
            <p:cNvPr id="926" name="TextBox 925">
              <a:extLst>
                <a:ext uri="{FF2B5EF4-FFF2-40B4-BE49-F238E27FC236}">
                  <a16:creationId xmlns:a16="http://schemas.microsoft.com/office/drawing/2014/main" id="{23404F60-5410-F926-3579-1DD43F738D3F}"/>
                </a:ext>
              </a:extLst>
            </p:cNvPr>
            <p:cNvSpPr txBox="1"/>
            <p:nvPr/>
          </p:nvSpPr>
          <p:spPr>
            <a:xfrm rot="5400000">
              <a:off x="3002544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16</a:t>
              </a:r>
            </a:p>
          </p:txBody>
        </p:sp>
        <p:sp>
          <p:nvSpPr>
            <p:cNvPr id="927" name="TextBox 926">
              <a:extLst>
                <a:ext uri="{FF2B5EF4-FFF2-40B4-BE49-F238E27FC236}">
                  <a16:creationId xmlns:a16="http://schemas.microsoft.com/office/drawing/2014/main" id="{8342FF9B-7B51-0AFB-8600-3197EBE67955}"/>
                </a:ext>
              </a:extLst>
            </p:cNvPr>
            <p:cNvSpPr txBox="1"/>
            <p:nvPr/>
          </p:nvSpPr>
          <p:spPr>
            <a:xfrm rot="5400000">
              <a:off x="3103028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17</a:t>
              </a:r>
            </a:p>
          </p:txBody>
        </p:sp>
        <p:sp>
          <p:nvSpPr>
            <p:cNvPr id="928" name="TextBox 927">
              <a:extLst>
                <a:ext uri="{FF2B5EF4-FFF2-40B4-BE49-F238E27FC236}">
                  <a16:creationId xmlns:a16="http://schemas.microsoft.com/office/drawing/2014/main" id="{F4EF2532-AFA4-AD13-581B-462C6E8DD923}"/>
                </a:ext>
              </a:extLst>
            </p:cNvPr>
            <p:cNvSpPr txBox="1"/>
            <p:nvPr/>
          </p:nvSpPr>
          <p:spPr>
            <a:xfrm rot="5400000">
              <a:off x="3203601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18</a:t>
              </a:r>
            </a:p>
          </p:txBody>
        </p:sp>
        <p:sp>
          <p:nvSpPr>
            <p:cNvPr id="929" name="TextBox 928">
              <a:extLst>
                <a:ext uri="{FF2B5EF4-FFF2-40B4-BE49-F238E27FC236}">
                  <a16:creationId xmlns:a16="http://schemas.microsoft.com/office/drawing/2014/main" id="{A2DAC4E3-F3A0-4A0E-E2F1-A46157E6FC44}"/>
                </a:ext>
              </a:extLst>
            </p:cNvPr>
            <p:cNvSpPr txBox="1"/>
            <p:nvPr/>
          </p:nvSpPr>
          <p:spPr>
            <a:xfrm rot="5400000">
              <a:off x="3304084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</a:t>
              </a:r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id="{30101748-1A2F-5B70-101A-00BAFDC0596D}"/>
                </a:ext>
              </a:extLst>
            </p:cNvPr>
            <p:cNvSpPr/>
            <p:nvPr/>
          </p:nvSpPr>
          <p:spPr>
            <a:xfrm>
              <a:off x="3584347" y="5267473"/>
              <a:ext cx="924951" cy="8995"/>
            </a:xfrm>
            <a:custGeom>
              <a:avLst/>
              <a:gdLst>
                <a:gd name="connsiteX0" fmla="*/ 0 w 924951"/>
                <a:gd name="connsiteY0" fmla="*/ 0 h 8995"/>
                <a:gd name="connsiteX1" fmla="*/ 924952 w 924951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4951" h="8995">
                  <a:moveTo>
                    <a:pt x="0" y="0"/>
                  </a:moveTo>
                  <a:lnTo>
                    <a:pt x="924952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id="{C0F8DFE9-C77B-DDEB-9DC8-F4ED296EE9E1}"/>
                </a:ext>
              </a:extLst>
            </p:cNvPr>
            <p:cNvSpPr/>
            <p:nvPr/>
          </p:nvSpPr>
          <p:spPr>
            <a:xfrm>
              <a:off x="3638772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2" name="Freeform 931">
              <a:extLst>
                <a:ext uri="{FF2B5EF4-FFF2-40B4-BE49-F238E27FC236}">
                  <a16:creationId xmlns:a16="http://schemas.microsoft.com/office/drawing/2014/main" id="{32A9C9B9-BD84-C451-FED3-66B235FBC088}"/>
                </a:ext>
              </a:extLst>
            </p:cNvPr>
            <p:cNvSpPr/>
            <p:nvPr/>
          </p:nvSpPr>
          <p:spPr>
            <a:xfrm>
              <a:off x="3729450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65526E67-ED1B-6385-4635-59F9661AAD71}"/>
                </a:ext>
              </a:extLst>
            </p:cNvPr>
            <p:cNvSpPr/>
            <p:nvPr/>
          </p:nvSpPr>
          <p:spPr>
            <a:xfrm>
              <a:off x="3820128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4" name="Freeform 933">
              <a:extLst>
                <a:ext uri="{FF2B5EF4-FFF2-40B4-BE49-F238E27FC236}">
                  <a16:creationId xmlns:a16="http://schemas.microsoft.com/office/drawing/2014/main" id="{968EEA7B-9BC6-3389-8018-59552ABCAD45}"/>
                </a:ext>
              </a:extLst>
            </p:cNvPr>
            <p:cNvSpPr/>
            <p:nvPr/>
          </p:nvSpPr>
          <p:spPr>
            <a:xfrm>
              <a:off x="3910806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5" name="Freeform 934">
              <a:extLst>
                <a:ext uri="{FF2B5EF4-FFF2-40B4-BE49-F238E27FC236}">
                  <a16:creationId xmlns:a16="http://schemas.microsoft.com/office/drawing/2014/main" id="{EF53BFCA-762A-FA71-88EB-DB2452CD7205}"/>
                </a:ext>
              </a:extLst>
            </p:cNvPr>
            <p:cNvSpPr/>
            <p:nvPr/>
          </p:nvSpPr>
          <p:spPr>
            <a:xfrm>
              <a:off x="4001484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6" name="Freeform 935">
              <a:extLst>
                <a:ext uri="{FF2B5EF4-FFF2-40B4-BE49-F238E27FC236}">
                  <a16:creationId xmlns:a16="http://schemas.microsoft.com/office/drawing/2014/main" id="{F605A07D-E47D-4DB4-C4C2-31A8F5BE8253}"/>
                </a:ext>
              </a:extLst>
            </p:cNvPr>
            <p:cNvSpPr/>
            <p:nvPr/>
          </p:nvSpPr>
          <p:spPr>
            <a:xfrm>
              <a:off x="4092162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7" name="Freeform 936">
              <a:extLst>
                <a:ext uri="{FF2B5EF4-FFF2-40B4-BE49-F238E27FC236}">
                  <a16:creationId xmlns:a16="http://schemas.microsoft.com/office/drawing/2014/main" id="{61498CE7-AA61-E8A7-EA6D-7F33A9A3543E}"/>
                </a:ext>
              </a:extLst>
            </p:cNvPr>
            <p:cNvSpPr/>
            <p:nvPr/>
          </p:nvSpPr>
          <p:spPr>
            <a:xfrm>
              <a:off x="4182840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8" name="Freeform 937">
              <a:extLst>
                <a:ext uri="{FF2B5EF4-FFF2-40B4-BE49-F238E27FC236}">
                  <a16:creationId xmlns:a16="http://schemas.microsoft.com/office/drawing/2014/main" id="{F2667971-FDFF-E63F-CF02-42C5A0BC07DE}"/>
                </a:ext>
              </a:extLst>
            </p:cNvPr>
            <p:cNvSpPr/>
            <p:nvPr/>
          </p:nvSpPr>
          <p:spPr>
            <a:xfrm>
              <a:off x="4273518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9" name="Freeform 938">
              <a:extLst>
                <a:ext uri="{FF2B5EF4-FFF2-40B4-BE49-F238E27FC236}">
                  <a16:creationId xmlns:a16="http://schemas.microsoft.com/office/drawing/2014/main" id="{A518F779-9E66-ACDB-6A41-8278BBAB3AD0}"/>
                </a:ext>
              </a:extLst>
            </p:cNvPr>
            <p:cNvSpPr/>
            <p:nvPr/>
          </p:nvSpPr>
          <p:spPr>
            <a:xfrm>
              <a:off x="4364196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58BD796C-1080-CF21-F223-E9A62D08E3A1}"/>
                </a:ext>
              </a:extLst>
            </p:cNvPr>
            <p:cNvSpPr/>
            <p:nvPr/>
          </p:nvSpPr>
          <p:spPr>
            <a:xfrm>
              <a:off x="4454874" y="5267473"/>
              <a:ext cx="8995" cy="31305"/>
            </a:xfrm>
            <a:custGeom>
              <a:avLst/>
              <a:gdLst>
                <a:gd name="connsiteX0" fmla="*/ 0 w 8995"/>
                <a:gd name="connsiteY0" fmla="*/ 31306 h 31305"/>
                <a:gd name="connsiteX1" fmla="*/ 0 w 8995"/>
                <a:gd name="connsiteY1" fmla="*/ 0 h 3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05">
                  <a:moveTo>
                    <a:pt x="0" y="31306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1" name="TextBox 940">
              <a:extLst>
                <a:ext uri="{FF2B5EF4-FFF2-40B4-BE49-F238E27FC236}">
                  <a16:creationId xmlns:a16="http://schemas.microsoft.com/office/drawing/2014/main" id="{492CD8E7-5EBC-52E9-340E-07897379AFBE}"/>
                </a:ext>
              </a:extLst>
            </p:cNvPr>
            <p:cNvSpPr txBox="1"/>
            <p:nvPr/>
          </p:nvSpPr>
          <p:spPr>
            <a:xfrm rot="5400000">
              <a:off x="3481572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21</a:t>
              </a:r>
            </a:p>
          </p:txBody>
        </p:sp>
        <p:sp>
          <p:nvSpPr>
            <p:cNvPr id="942" name="TextBox 941">
              <a:extLst>
                <a:ext uri="{FF2B5EF4-FFF2-40B4-BE49-F238E27FC236}">
                  <a16:creationId xmlns:a16="http://schemas.microsoft.com/office/drawing/2014/main" id="{B5F34EAC-58DC-10D0-AAD0-28030B365F5C}"/>
                </a:ext>
              </a:extLst>
            </p:cNvPr>
            <p:cNvSpPr txBox="1"/>
            <p:nvPr/>
          </p:nvSpPr>
          <p:spPr>
            <a:xfrm rot="5400000">
              <a:off x="3572250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22</a:t>
              </a:r>
            </a:p>
          </p:txBody>
        </p:sp>
        <p:sp>
          <p:nvSpPr>
            <p:cNvPr id="943" name="TextBox 942">
              <a:extLst>
                <a:ext uri="{FF2B5EF4-FFF2-40B4-BE49-F238E27FC236}">
                  <a16:creationId xmlns:a16="http://schemas.microsoft.com/office/drawing/2014/main" id="{7F543E84-412A-8BE5-2DF8-DE4D69366736}"/>
                </a:ext>
              </a:extLst>
            </p:cNvPr>
            <p:cNvSpPr txBox="1"/>
            <p:nvPr/>
          </p:nvSpPr>
          <p:spPr>
            <a:xfrm rot="5400000">
              <a:off x="3662928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23</a:t>
              </a:r>
            </a:p>
          </p:txBody>
        </p:sp>
        <p:sp>
          <p:nvSpPr>
            <p:cNvPr id="944" name="TextBox 943">
              <a:extLst>
                <a:ext uri="{FF2B5EF4-FFF2-40B4-BE49-F238E27FC236}">
                  <a16:creationId xmlns:a16="http://schemas.microsoft.com/office/drawing/2014/main" id="{EBEE78D6-91F9-0EC2-C39D-0FEB5248C639}"/>
                </a:ext>
              </a:extLst>
            </p:cNvPr>
            <p:cNvSpPr txBox="1"/>
            <p:nvPr/>
          </p:nvSpPr>
          <p:spPr>
            <a:xfrm rot="5400000">
              <a:off x="3753606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24</a:t>
              </a:r>
            </a:p>
          </p:txBody>
        </p:sp>
        <p:sp>
          <p:nvSpPr>
            <p:cNvPr id="945" name="TextBox 944">
              <a:extLst>
                <a:ext uri="{FF2B5EF4-FFF2-40B4-BE49-F238E27FC236}">
                  <a16:creationId xmlns:a16="http://schemas.microsoft.com/office/drawing/2014/main" id="{6BA28E9E-89F1-7E5E-8560-7C1E1E747510}"/>
                </a:ext>
              </a:extLst>
            </p:cNvPr>
            <p:cNvSpPr txBox="1"/>
            <p:nvPr/>
          </p:nvSpPr>
          <p:spPr>
            <a:xfrm rot="5400000">
              <a:off x="3844284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25</a:t>
              </a:r>
            </a:p>
          </p:txBody>
        </p:sp>
        <p:sp>
          <p:nvSpPr>
            <p:cNvPr id="946" name="TextBox 945">
              <a:extLst>
                <a:ext uri="{FF2B5EF4-FFF2-40B4-BE49-F238E27FC236}">
                  <a16:creationId xmlns:a16="http://schemas.microsoft.com/office/drawing/2014/main" id="{744FD7A5-F4CF-46C6-F79C-5408898B15B2}"/>
                </a:ext>
              </a:extLst>
            </p:cNvPr>
            <p:cNvSpPr txBox="1"/>
            <p:nvPr/>
          </p:nvSpPr>
          <p:spPr>
            <a:xfrm rot="5400000">
              <a:off x="3934962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26</a:t>
              </a:r>
            </a:p>
          </p:txBody>
        </p:sp>
        <p:sp>
          <p:nvSpPr>
            <p:cNvPr id="947" name="TextBox 946">
              <a:extLst>
                <a:ext uri="{FF2B5EF4-FFF2-40B4-BE49-F238E27FC236}">
                  <a16:creationId xmlns:a16="http://schemas.microsoft.com/office/drawing/2014/main" id="{7F9E0F5A-814D-8A12-1250-A30B0FBBD8A4}"/>
                </a:ext>
              </a:extLst>
            </p:cNvPr>
            <p:cNvSpPr txBox="1"/>
            <p:nvPr/>
          </p:nvSpPr>
          <p:spPr>
            <a:xfrm rot="5400000">
              <a:off x="4025640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27</a:t>
              </a:r>
            </a:p>
          </p:txBody>
        </p:sp>
        <p:sp>
          <p:nvSpPr>
            <p:cNvPr id="948" name="TextBox 947">
              <a:extLst>
                <a:ext uri="{FF2B5EF4-FFF2-40B4-BE49-F238E27FC236}">
                  <a16:creationId xmlns:a16="http://schemas.microsoft.com/office/drawing/2014/main" id="{4F779247-4167-D312-9E4E-51BD5CFEE744}"/>
                </a:ext>
              </a:extLst>
            </p:cNvPr>
            <p:cNvSpPr txBox="1"/>
            <p:nvPr/>
          </p:nvSpPr>
          <p:spPr>
            <a:xfrm rot="5400000">
              <a:off x="4116318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28</a:t>
              </a:r>
            </a:p>
          </p:txBody>
        </p:sp>
        <p:sp>
          <p:nvSpPr>
            <p:cNvPr id="949" name="TextBox 948">
              <a:extLst>
                <a:ext uri="{FF2B5EF4-FFF2-40B4-BE49-F238E27FC236}">
                  <a16:creationId xmlns:a16="http://schemas.microsoft.com/office/drawing/2014/main" id="{A8932D25-F359-C208-3260-17A7A5770F13}"/>
                </a:ext>
              </a:extLst>
            </p:cNvPr>
            <p:cNvSpPr txBox="1"/>
            <p:nvPr/>
          </p:nvSpPr>
          <p:spPr>
            <a:xfrm rot="5400000">
              <a:off x="4206996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29</a:t>
              </a:r>
            </a:p>
          </p:txBody>
        </p:sp>
        <p:sp>
          <p:nvSpPr>
            <p:cNvPr id="950" name="TextBox 949">
              <a:extLst>
                <a:ext uri="{FF2B5EF4-FFF2-40B4-BE49-F238E27FC236}">
                  <a16:creationId xmlns:a16="http://schemas.microsoft.com/office/drawing/2014/main" id="{904A6F5D-83BA-0964-D388-B4D5852CC867}"/>
                </a:ext>
              </a:extLst>
            </p:cNvPr>
            <p:cNvSpPr txBox="1"/>
            <p:nvPr/>
          </p:nvSpPr>
          <p:spPr>
            <a:xfrm rot="5400000">
              <a:off x="4297674" y="5279956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30</a:t>
              </a:r>
            </a:p>
          </p:txBody>
        </p:sp>
        <p:sp>
          <p:nvSpPr>
            <p:cNvPr id="951" name="Freeform 950">
              <a:extLst>
                <a:ext uri="{FF2B5EF4-FFF2-40B4-BE49-F238E27FC236}">
                  <a16:creationId xmlns:a16="http://schemas.microsoft.com/office/drawing/2014/main" id="{767F17A4-55B9-40D1-A8FA-B2CBD0AD1168}"/>
                </a:ext>
              </a:extLst>
            </p:cNvPr>
            <p:cNvSpPr/>
            <p:nvPr/>
          </p:nvSpPr>
          <p:spPr>
            <a:xfrm>
              <a:off x="1608952" y="702988"/>
              <a:ext cx="8995" cy="2152702"/>
            </a:xfrm>
            <a:custGeom>
              <a:avLst/>
              <a:gdLst>
                <a:gd name="connsiteX0" fmla="*/ 0 w 8995"/>
                <a:gd name="connsiteY0" fmla="*/ 2152703 h 2152702"/>
                <a:gd name="connsiteX1" fmla="*/ 0 w 8995"/>
                <a:gd name="connsiteY1" fmla="*/ 0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2152702">
                  <a:moveTo>
                    <a:pt x="0" y="2152703"/>
                  </a:moveTo>
                  <a:lnTo>
                    <a:pt x="0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2" name="TextBox 951">
              <a:extLst>
                <a:ext uri="{FF2B5EF4-FFF2-40B4-BE49-F238E27FC236}">
                  <a16:creationId xmlns:a16="http://schemas.microsoft.com/office/drawing/2014/main" id="{784767A9-3CA8-B3AB-5E79-9ADD276AC3F4}"/>
                </a:ext>
              </a:extLst>
            </p:cNvPr>
            <p:cNvSpPr txBox="1"/>
            <p:nvPr/>
          </p:nvSpPr>
          <p:spPr>
            <a:xfrm>
              <a:off x="1018513" y="2664778"/>
              <a:ext cx="62367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Amikacin</a:t>
              </a:r>
            </a:p>
          </p:txBody>
        </p:sp>
        <p:sp>
          <p:nvSpPr>
            <p:cNvPr id="953" name="TextBox 952">
              <a:extLst>
                <a:ext uri="{FF2B5EF4-FFF2-40B4-BE49-F238E27FC236}">
                  <a16:creationId xmlns:a16="http://schemas.microsoft.com/office/drawing/2014/main" id="{4F136535-E492-DFFE-3E05-03CF32DDAD12}"/>
                </a:ext>
              </a:extLst>
            </p:cNvPr>
            <p:cNvSpPr txBox="1"/>
            <p:nvPr/>
          </p:nvSpPr>
          <p:spPr>
            <a:xfrm>
              <a:off x="820605" y="2523183"/>
              <a:ext cx="821584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Capreomycin</a:t>
              </a:r>
            </a:p>
          </p:txBody>
        </p:sp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28C7FD89-F4ED-2588-451C-D8CB56B8A9F8}"/>
                </a:ext>
              </a:extLst>
            </p:cNvPr>
            <p:cNvSpPr txBox="1"/>
            <p:nvPr/>
          </p:nvSpPr>
          <p:spPr>
            <a:xfrm>
              <a:off x="838596" y="2381499"/>
              <a:ext cx="81258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Ciprofloxacin</a:t>
              </a:r>
            </a:p>
          </p:txBody>
        </p:sp>
        <p:sp>
          <p:nvSpPr>
            <p:cNvPr id="955" name="TextBox 954">
              <a:extLst>
                <a:ext uri="{FF2B5EF4-FFF2-40B4-BE49-F238E27FC236}">
                  <a16:creationId xmlns:a16="http://schemas.microsoft.com/office/drawing/2014/main" id="{7CA7ACF0-37B3-D6E1-DCE0-F1A98CC3E07C}"/>
                </a:ext>
              </a:extLst>
            </p:cNvPr>
            <p:cNvSpPr txBox="1"/>
            <p:nvPr/>
          </p:nvSpPr>
          <p:spPr>
            <a:xfrm>
              <a:off x="946546" y="2239905"/>
              <a:ext cx="70463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Delamanid</a:t>
              </a:r>
            </a:p>
          </p:txBody>
        </p:sp>
        <p:sp>
          <p:nvSpPr>
            <p:cNvPr id="956" name="TextBox 955">
              <a:extLst>
                <a:ext uri="{FF2B5EF4-FFF2-40B4-BE49-F238E27FC236}">
                  <a16:creationId xmlns:a16="http://schemas.microsoft.com/office/drawing/2014/main" id="{38077E73-AFFC-B89E-AC2C-FC9DF867158F}"/>
                </a:ext>
              </a:extLst>
            </p:cNvPr>
            <p:cNvSpPr txBox="1"/>
            <p:nvPr/>
          </p:nvSpPr>
          <p:spPr>
            <a:xfrm>
              <a:off x="910563" y="2098310"/>
              <a:ext cx="73162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Ethambutol</a:t>
              </a:r>
            </a:p>
          </p:txBody>
        </p:sp>
        <p:sp>
          <p:nvSpPr>
            <p:cNvPr id="957" name="TextBox 956">
              <a:extLst>
                <a:ext uri="{FF2B5EF4-FFF2-40B4-BE49-F238E27FC236}">
                  <a16:creationId xmlns:a16="http://schemas.microsoft.com/office/drawing/2014/main" id="{B214997E-B396-CEE4-53DA-93629CA6FBD8}"/>
                </a:ext>
              </a:extLst>
            </p:cNvPr>
            <p:cNvSpPr txBox="1"/>
            <p:nvPr/>
          </p:nvSpPr>
          <p:spPr>
            <a:xfrm>
              <a:off x="856588" y="1956626"/>
              <a:ext cx="78560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Ethionamide</a:t>
              </a:r>
            </a:p>
          </p:txBody>
        </p:sp>
        <p:sp>
          <p:nvSpPr>
            <p:cNvPr id="958" name="TextBox 957">
              <a:extLst>
                <a:ext uri="{FF2B5EF4-FFF2-40B4-BE49-F238E27FC236}">
                  <a16:creationId xmlns:a16="http://schemas.microsoft.com/office/drawing/2014/main" id="{A2C273B8-716C-C0CF-969D-5094649CA7CD}"/>
                </a:ext>
              </a:extLst>
            </p:cNvPr>
            <p:cNvSpPr txBox="1"/>
            <p:nvPr/>
          </p:nvSpPr>
          <p:spPr>
            <a:xfrm>
              <a:off x="1036505" y="1815031"/>
              <a:ext cx="61468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Isoniazid</a:t>
              </a:r>
            </a:p>
          </p:txBody>
        </p:sp>
        <p:sp>
          <p:nvSpPr>
            <p:cNvPr id="959" name="TextBox 958">
              <a:extLst>
                <a:ext uri="{FF2B5EF4-FFF2-40B4-BE49-F238E27FC236}">
                  <a16:creationId xmlns:a16="http://schemas.microsoft.com/office/drawing/2014/main" id="{DE67BFAD-705E-EB09-D3A7-C3F75AA8C875}"/>
                </a:ext>
              </a:extLst>
            </p:cNvPr>
            <p:cNvSpPr txBox="1"/>
            <p:nvPr/>
          </p:nvSpPr>
          <p:spPr>
            <a:xfrm>
              <a:off x="928555" y="1673437"/>
              <a:ext cx="72263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Kanamycin</a:t>
              </a:r>
            </a:p>
          </p:txBody>
        </p:sp>
        <p:sp>
          <p:nvSpPr>
            <p:cNvPr id="960" name="TextBox 959">
              <a:extLst>
                <a:ext uri="{FF2B5EF4-FFF2-40B4-BE49-F238E27FC236}">
                  <a16:creationId xmlns:a16="http://schemas.microsoft.com/office/drawing/2014/main" id="{9E5F07BE-0475-D64B-F697-FEF1B33D2B66}"/>
                </a:ext>
              </a:extLst>
            </p:cNvPr>
            <p:cNvSpPr txBox="1"/>
            <p:nvPr/>
          </p:nvSpPr>
          <p:spPr>
            <a:xfrm>
              <a:off x="856588" y="1531752"/>
              <a:ext cx="78560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Levofloxacin</a:t>
              </a:r>
            </a:p>
          </p:txBody>
        </p:sp>
        <p:sp>
          <p:nvSpPr>
            <p:cNvPr id="961" name="TextBox 960">
              <a:extLst>
                <a:ext uri="{FF2B5EF4-FFF2-40B4-BE49-F238E27FC236}">
                  <a16:creationId xmlns:a16="http://schemas.microsoft.com/office/drawing/2014/main" id="{53BFB3F7-B755-C1DD-316B-49B2B78BAD11}"/>
                </a:ext>
              </a:extLst>
            </p:cNvPr>
            <p:cNvSpPr txBox="1"/>
            <p:nvPr/>
          </p:nvSpPr>
          <p:spPr>
            <a:xfrm>
              <a:off x="1036505" y="1390158"/>
              <a:ext cx="61468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Linezolid</a:t>
              </a:r>
            </a:p>
          </p:txBody>
        </p:sp>
        <p:sp>
          <p:nvSpPr>
            <p:cNvPr id="962" name="TextBox 961">
              <a:extLst>
                <a:ext uri="{FF2B5EF4-FFF2-40B4-BE49-F238E27FC236}">
                  <a16:creationId xmlns:a16="http://schemas.microsoft.com/office/drawing/2014/main" id="{071297F1-ADA1-589F-F2D4-B680E1012599}"/>
                </a:ext>
              </a:extLst>
            </p:cNvPr>
            <p:cNvSpPr txBox="1"/>
            <p:nvPr/>
          </p:nvSpPr>
          <p:spPr>
            <a:xfrm>
              <a:off x="865584" y="1248564"/>
              <a:ext cx="77660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Moxifloxacin</a:t>
              </a:r>
            </a:p>
          </p:txBody>
        </p:sp>
        <p:sp>
          <p:nvSpPr>
            <p:cNvPr id="963" name="TextBox 962">
              <a:extLst>
                <a:ext uri="{FF2B5EF4-FFF2-40B4-BE49-F238E27FC236}">
                  <a16:creationId xmlns:a16="http://schemas.microsoft.com/office/drawing/2014/main" id="{64BD6C3A-ADF6-E773-D51A-D504EA81A864}"/>
                </a:ext>
              </a:extLst>
            </p:cNvPr>
            <p:cNvSpPr txBox="1"/>
            <p:nvPr/>
          </p:nvSpPr>
          <p:spPr>
            <a:xfrm>
              <a:off x="1009517" y="1106879"/>
              <a:ext cx="63267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Ofloxacin</a:t>
              </a:r>
            </a:p>
          </p:txBody>
        </p:sp>
        <p:sp>
          <p:nvSpPr>
            <p:cNvPr id="964" name="TextBox 963">
              <a:extLst>
                <a:ext uri="{FF2B5EF4-FFF2-40B4-BE49-F238E27FC236}">
                  <a16:creationId xmlns:a16="http://schemas.microsoft.com/office/drawing/2014/main" id="{FAADA432-25CF-E68A-5CF7-A609FE42631D}"/>
                </a:ext>
              </a:extLst>
            </p:cNvPr>
            <p:cNvSpPr txBox="1"/>
            <p:nvPr/>
          </p:nvSpPr>
          <p:spPr>
            <a:xfrm>
              <a:off x="802613" y="965285"/>
              <a:ext cx="83957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Pyrazinamide</a:t>
              </a:r>
            </a:p>
          </p:txBody>
        </p:sp>
        <p:sp>
          <p:nvSpPr>
            <p:cNvPr id="965" name="TextBox 964">
              <a:extLst>
                <a:ext uri="{FF2B5EF4-FFF2-40B4-BE49-F238E27FC236}">
                  <a16:creationId xmlns:a16="http://schemas.microsoft.com/office/drawing/2014/main" id="{44ADBBB7-B84F-CECA-DF90-FE0A55B29D7C}"/>
                </a:ext>
              </a:extLst>
            </p:cNvPr>
            <p:cNvSpPr txBox="1"/>
            <p:nvPr/>
          </p:nvSpPr>
          <p:spPr>
            <a:xfrm>
              <a:off x="955542" y="823690"/>
              <a:ext cx="6866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Rifampicin</a:t>
              </a:r>
            </a:p>
          </p:txBody>
        </p:sp>
        <p:sp>
          <p:nvSpPr>
            <p:cNvPr id="966" name="TextBox 965">
              <a:extLst>
                <a:ext uri="{FF2B5EF4-FFF2-40B4-BE49-F238E27FC236}">
                  <a16:creationId xmlns:a16="http://schemas.microsoft.com/office/drawing/2014/main" id="{6160C3CE-3F4B-F040-DF89-82E9B8CC34C6}"/>
                </a:ext>
              </a:extLst>
            </p:cNvPr>
            <p:cNvSpPr txBox="1"/>
            <p:nvPr/>
          </p:nvSpPr>
          <p:spPr>
            <a:xfrm>
              <a:off x="829601" y="682096"/>
              <a:ext cx="81258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Streptomycin</a:t>
              </a:r>
            </a:p>
          </p:txBody>
        </p:sp>
        <p:sp>
          <p:nvSpPr>
            <p:cNvPr id="967" name="Freeform 966">
              <a:extLst>
                <a:ext uri="{FF2B5EF4-FFF2-40B4-BE49-F238E27FC236}">
                  <a16:creationId xmlns:a16="http://schemas.microsoft.com/office/drawing/2014/main" id="{F43BDA31-15F4-5F75-4A23-B3B460D8A6DD}"/>
                </a:ext>
              </a:extLst>
            </p:cNvPr>
            <p:cNvSpPr/>
            <p:nvPr/>
          </p:nvSpPr>
          <p:spPr>
            <a:xfrm>
              <a:off x="1577646" y="2770680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DAD0B3F2-242E-0C70-227D-37F0C484E29D}"/>
                </a:ext>
              </a:extLst>
            </p:cNvPr>
            <p:cNvSpPr/>
            <p:nvPr/>
          </p:nvSpPr>
          <p:spPr>
            <a:xfrm>
              <a:off x="1577646" y="2629085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9" name="Freeform 968">
              <a:extLst>
                <a:ext uri="{FF2B5EF4-FFF2-40B4-BE49-F238E27FC236}">
                  <a16:creationId xmlns:a16="http://schemas.microsoft.com/office/drawing/2014/main" id="{AB1BEE9F-89B1-23FB-D417-7335B4C27D62}"/>
                </a:ext>
              </a:extLst>
            </p:cNvPr>
            <p:cNvSpPr/>
            <p:nvPr/>
          </p:nvSpPr>
          <p:spPr>
            <a:xfrm>
              <a:off x="1577646" y="2487491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0" name="Freeform 969">
              <a:extLst>
                <a:ext uri="{FF2B5EF4-FFF2-40B4-BE49-F238E27FC236}">
                  <a16:creationId xmlns:a16="http://schemas.microsoft.com/office/drawing/2014/main" id="{21CF3E9C-9C4A-0A21-364B-9DD103227019}"/>
                </a:ext>
              </a:extLst>
            </p:cNvPr>
            <p:cNvSpPr/>
            <p:nvPr/>
          </p:nvSpPr>
          <p:spPr>
            <a:xfrm>
              <a:off x="1577646" y="2345807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1" name="Freeform 970">
              <a:extLst>
                <a:ext uri="{FF2B5EF4-FFF2-40B4-BE49-F238E27FC236}">
                  <a16:creationId xmlns:a16="http://schemas.microsoft.com/office/drawing/2014/main" id="{C8EA97BF-3F0B-9A41-5064-744D2F9C8B3D}"/>
                </a:ext>
              </a:extLst>
            </p:cNvPr>
            <p:cNvSpPr/>
            <p:nvPr/>
          </p:nvSpPr>
          <p:spPr>
            <a:xfrm>
              <a:off x="1577646" y="2204212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2" name="Freeform 971">
              <a:extLst>
                <a:ext uri="{FF2B5EF4-FFF2-40B4-BE49-F238E27FC236}">
                  <a16:creationId xmlns:a16="http://schemas.microsoft.com/office/drawing/2014/main" id="{FE95640A-0AF4-7662-5BBB-8690BC596C30}"/>
                </a:ext>
              </a:extLst>
            </p:cNvPr>
            <p:cNvSpPr/>
            <p:nvPr/>
          </p:nvSpPr>
          <p:spPr>
            <a:xfrm>
              <a:off x="1577646" y="2062618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3" name="Freeform 972">
              <a:extLst>
                <a:ext uri="{FF2B5EF4-FFF2-40B4-BE49-F238E27FC236}">
                  <a16:creationId xmlns:a16="http://schemas.microsoft.com/office/drawing/2014/main" id="{D20F160E-5F2C-F126-0E20-56876DC9705E}"/>
                </a:ext>
              </a:extLst>
            </p:cNvPr>
            <p:cNvSpPr/>
            <p:nvPr/>
          </p:nvSpPr>
          <p:spPr>
            <a:xfrm>
              <a:off x="1577646" y="1920933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4" name="Freeform 973">
              <a:extLst>
                <a:ext uri="{FF2B5EF4-FFF2-40B4-BE49-F238E27FC236}">
                  <a16:creationId xmlns:a16="http://schemas.microsoft.com/office/drawing/2014/main" id="{1831CA99-91E5-B001-4975-26FADA98461F}"/>
                </a:ext>
              </a:extLst>
            </p:cNvPr>
            <p:cNvSpPr/>
            <p:nvPr/>
          </p:nvSpPr>
          <p:spPr>
            <a:xfrm>
              <a:off x="1577646" y="1779339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74605E73-F81C-05C3-0721-A8D520690B86}"/>
                </a:ext>
              </a:extLst>
            </p:cNvPr>
            <p:cNvSpPr/>
            <p:nvPr/>
          </p:nvSpPr>
          <p:spPr>
            <a:xfrm>
              <a:off x="1577646" y="1637745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6" name="Freeform 975">
              <a:extLst>
                <a:ext uri="{FF2B5EF4-FFF2-40B4-BE49-F238E27FC236}">
                  <a16:creationId xmlns:a16="http://schemas.microsoft.com/office/drawing/2014/main" id="{A430403B-79BC-1F3B-E29A-C10B9DCACACC}"/>
                </a:ext>
              </a:extLst>
            </p:cNvPr>
            <p:cNvSpPr/>
            <p:nvPr/>
          </p:nvSpPr>
          <p:spPr>
            <a:xfrm>
              <a:off x="1577646" y="1496150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7" name="Freeform 976">
              <a:extLst>
                <a:ext uri="{FF2B5EF4-FFF2-40B4-BE49-F238E27FC236}">
                  <a16:creationId xmlns:a16="http://schemas.microsoft.com/office/drawing/2014/main" id="{069D0D2B-47B1-0E65-D7DF-44BA6DE22D94}"/>
                </a:ext>
              </a:extLst>
            </p:cNvPr>
            <p:cNvSpPr/>
            <p:nvPr/>
          </p:nvSpPr>
          <p:spPr>
            <a:xfrm>
              <a:off x="1577646" y="1354466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8" name="Freeform 977">
              <a:extLst>
                <a:ext uri="{FF2B5EF4-FFF2-40B4-BE49-F238E27FC236}">
                  <a16:creationId xmlns:a16="http://schemas.microsoft.com/office/drawing/2014/main" id="{4C72E666-34B9-A8D5-3595-96576F411FBD}"/>
                </a:ext>
              </a:extLst>
            </p:cNvPr>
            <p:cNvSpPr/>
            <p:nvPr/>
          </p:nvSpPr>
          <p:spPr>
            <a:xfrm>
              <a:off x="1577646" y="1212871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9" name="Freeform 978">
              <a:extLst>
                <a:ext uri="{FF2B5EF4-FFF2-40B4-BE49-F238E27FC236}">
                  <a16:creationId xmlns:a16="http://schemas.microsoft.com/office/drawing/2014/main" id="{95BA27AD-AE4D-350E-1A5C-A5F5529BB08E}"/>
                </a:ext>
              </a:extLst>
            </p:cNvPr>
            <p:cNvSpPr/>
            <p:nvPr/>
          </p:nvSpPr>
          <p:spPr>
            <a:xfrm>
              <a:off x="1577646" y="1071277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0" name="Freeform 979">
              <a:extLst>
                <a:ext uri="{FF2B5EF4-FFF2-40B4-BE49-F238E27FC236}">
                  <a16:creationId xmlns:a16="http://schemas.microsoft.com/office/drawing/2014/main" id="{FDD9E67A-4D91-AE6A-2CDF-B089CA4DECF3}"/>
                </a:ext>
              </a:extLst>
            </p:cNvPr>
            <p:cNvSpPr/>
            <p:nvPr/>
          </p:nvSpPr>
          <p:spPr>
            <a:xfrm>
              <a:off x="1577646" y="929593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1" name="Freeform 980">
              <a:extLst>
                <a:ext uri="{FF2B5EF4-FFF2-40B4-BE49-F238E27FC236}">
                  <a16:creationId xmlns:a16="http://schemas.microsoft.com/office/drawing/2014/main" id="{87B7EB27-25D7-4302-330A-2B4C120C3967}"/>
                </a:ext>
              </a:extLst>
            </p:cNvPr>
            <p:cNvSpPr/>
            <p:nvPr/>
          </p:nvSpPr>
          <p:spPr>
            <a:xfrm>
              <a:off x="1577646" y="787998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2" name="Freeform 981">
              <a:extLst>
                <a:ext uri="{FF2B5EF4-FFF2-40B4-BE49-F238E27FC236}">
                  <a16:creationId xmlns:a16="http://schemas.microsoft.com/office/drawing/2014/main" id="{26DD2B93-3C6F-3FE9-EE00-B0BC2D7BC099}"/>
                </a:ext>
              </a:extLst>
            </p:cNvPr>
            <p:cNvSpPr/>
            <p:nvPr/>
          </p:nvSpPr>
          <p:spPr>
            <a:xfrm>
              <a:off x="1608952" y="3114770"/>
              <a:ext cx="8995" cy="2152702"/>
            </a:xfrm>
            <a:custGeom>
              <a:avLst/>
              <a:gdLst>
                <a:gd name="connsiteX0" fmla="*/ 0 w 8995"/>
                <a:gd name="connsiteY0" fmla="*/ 2152703 h 2152702"/>
                <a:gd name="connsiteX1" fmla="*/ 0 w 8995"/>
                <a:gd name="connsiteY1" fmla="*/ 0 h 215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2152702">
                  <a:moveTo>
                    <a:pt x="0" y="2152703"/>
                  </a:moveTo>
                  <a:lnTo>
                    <a:pt x="0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3" name="TextBox 982">
              <a:extLst>
                <a:ext uri="{FF2B5EF4-FFF2-40B4-BE49-F238E27FC236}">
                  <a16:creationId xmlns:a16="http://schemas.microsoft.com/office/drawing/2014/main" id="{428CCBCE-EB87-B3EA-826C-C97960CFFFFD}"/>
                </a:ext>
              </a:extLst>
            </p:cNvPr>
            <p:cNvSpPr txBox="1"/>
            <p:nvPr/>
          </p:nvSpPr>
          <p:spPr>
            <a:xfrm>
              <a:off x="1018513" y="5076561"/>
              <a:ext cx="62367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Amikacin</a:t>
              </a:r>
            </a:p>
          </p:txBody>
        </p:sp>
        <p:sp>
          <p:nvSpPr>
            <p:cNvPr id="984" name="TextBox 983">
              <a:extLst>
                <a:ext uri="{FF2B5EF4-FFF2-40B4-BE49-F238E27FC236}">
                  <a16:creationId xmlns:a16="http://schemas.microsoft.com/office/drawing/2014/main" id="{5E3C3031-3F1A-10EA-3131-3A2090F5CDD6}"/>
                </a:ext>
              </a:extLst>
            </p:cNvPr>
            <p:cNvSpPr txBox="1"/>
            <p:nvPr/>
          </p:nvSpPr>
          <p:spPr>
            <a:xfrm>
              <a:off x="820605" y="4934876"/>
              <a:ext cx="821584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Capreomycin</a:t>
              </a:r>
            </a:p>
          </p:txBody>
        </p:sp>
        <p:sp>
          <p:nvSpPr>
            <p:cNvPr id="985" name="TextBox 984">
              <a:extLst>
                <a:ext uri="{FF2B5EF4-FFF2-40B4-BE49-F238E27FC236}">
                  <a16:creationId xmlns:a16="http://schemas.microsoft.com/office/drawing/2014/main" id="{52512853-C7C4-3C35-645D-A1E9E17FA2D9}"/>
                </a:ext>
              </a:extLst>
            </p:cNvPr>
            <p:cNvSpPr txBox="1"/>
            <p:nvPr/>
          </p:nvSpPr>
          <p:spPr>
            <a:xfrm>
              <a:off x="838596" y="4793282"/>
              <a:ext cx="81258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Ciprofloxacin</a:t>
              </a:r>
            </a:p>
          </p:txBody>
        </p:sp>
        <p:sp>
          <p:nvSpPr>
            <p:cNvPr id="986" name="TextBox 985">
              <a:extLst>
                <a:ext uri="{FF2B5EF4-FFF2-40B4-BE49-F238E27FC236}">
                  <a16:creationId xmlns:a16="http://schemas.microsoft.com/office/drawing/2014/main" id="{B2D9F92B-143C-3A8A-31C0-1FEDC12BE1EC}"/>
                </a:ext>
              </a:extLst>
            </p:cNvPr>
            <p:cNvSpPr txBox="1"/>
            <p:nvPr/>
          </p:nvSpPr>
          <p:spPr>
            <a:xfrm>
              <a:off x="946546" y="4651687"/>
              <a:ext cx="70463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Delamanid</a:t>
              </a:r>
            </a:p>
          </p:txBody>
        </p:sp>
        <p:sp>
          <p:nvSpPr>
            <p:cNvPr id="987" name="TextBox 986">
              <a:extLst>
                <a:ext uri="{FF2B5EF4-FFF2-40B4-BE49-F238E27FC236}">
                  <a16:creationId xmlns:a16="http://schemas.microsoft.com/office/drawing/2014/main" id="{FE5CAE92-BB8D-1E7F-BE29-4EF6F6EEEBE5}"/>
                </a:ext>
              </a:extLst>
            </p:cNvPr>
            <p:cNvSpPr txBox="1"/>
            <p:nvPr/>
          </p:nvSpPr>
          <p:spPr>
            <a:xfrm>
              <a:off x="910563" y="4510003"/>
              <a:ext cx="73162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Ethambutol</a:t>
              </a:r>
            </a:p>
          </p:txBody>
        </p:sp>
        <p:sp>
          <p:nvSpPr>
            <p:cNvPr id="988" name="TextBox 987">
              <a:extLst>
                <a:ext uri="{FF2B5EF4-FFF2-40B4-BE49-F238E27FC236}">
                  <a16:creationId xmlns:a16="http://schemas.microsoft.com/office/drawing/2014/main" id="{B6FBB185-602B-1E21-23FE-3ADC11540223}"/>
                </a:ext>
              </a:extLst>
            </p:cNvPr>
            <p:cNvSpPr txBox="1"/>
            <p:nvPr/>
          </p:nvSpPr>
          <p:spPr>
            <a:xfrm>
              <a:off x="856588" y="4368408"/>
              <a:ext cx="78560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Ethionamide</a:t>
              </a:r>
            </a:p>
          </p:txBody>
        </p:sp>
        <p:sp>
          <p:nvSpPr>
            <p:cNvPr id="989" name="TextBox 988">
              <a:extLst>
                <a:ext uri="{FF2B5EF4-FFF2-40B4-BE49-F238E27FC236}">
                  <a16:creationId xmlns:a16="http://schemas.microsoft.com/office/drawing/2014/main" id="{9979EC50-777C-3E64-4C44-3B4190B426F5}"/>
                </a:ext>
              </a:extLst>
            </p:cNvPr>
            <p:cNvSpPr txBox="1"/>
            <p:nvPr/>
          </p:nvSpPr>
          <p:spPr>
            <a:xfrm>
              <a:off x="1036505" y="4226814"/>
              <a:ext cx="61468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Isoniazid</a:t>
              </a:r>
            </a:p>
          </p:txBody>
        </p:sp>
        <p:sp>
          <p:nvSpPr>
            <p:cNvPr id="990" name="TextBox 989">
              <a:extLst>
                <a:ext uri="{FF2B5EF4-FFF2-40B4-BE49-F238E27FC236}">
                  <a16:creationId xmlns:a16="http://schemas.microsoft.com/office/drawing/2014/main" id="{9F7E9B59-BEF4-EB7F-9311-4DFE264ABEE1}"/>
                </a:ext>
              </a:extLst>
            </p:cNvPr>
            <p:cNvSpPr txBox="1"/>
            <p:nvPr/>
          </p:nvSpPr>
          <p:spPr>
            <a:xfrm>
              <a:off x="928555" y="4085130"/>
              <a:ext cx="72263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Kanamycin</a:t>
              </a:r>
            </a:p>
          </p:txBody>
        </p:sp>
        <p:sp>
          <p:nvSpPr>
            <p:cNvPr id="991" name="TextBox 990">
              <a:extLst>
                <a:ext uri="{FF2B5EF4-FFF2-40B4-BE49-F238E27FC236}">
                  <a16:creationId xmlns:a16="http://schemas.microsoft.com/office/drawing/2014/main" id="{BB54AE17-970F-A4F1-330F-248B9290405A}"/>
                </a:ext>
              </a:extLst>
            </p:cNvPr>
            <p:cNvSpPr txBox="1"/>
            <p:nvPr/>
          </p:nvSpPr>
          <p:spPr>
            <a:xfrm>
              <a:off x="856588" y="3943535"/>
              <a:ext cx="78560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Levofloxacin</a:t>
              </a:r>
            </a:p>
          </p:txBody>
        </p:sp>
        <p:sp>
          <p:nvSpPr>
            <p:cNvPr id="992" name="TextBox 991">
              <a:extLst>
                <a:ext uri="{FF2B5EF4-FFF2-40B4-BE49-F238E27FC236}">
                  <a16:creationId xmlns:a16="http://schemas.microsoft.com/office/drawing/2014/main" id="{C35A141B-5207-A23E-AAD5-0E7FFD2EAC3F}"/>
                </a:ext>
              </a:extLst>
            </p:cNvPr>
            <p:cNvSpPr txBox="1"/>
            <p:nvPr/>
          </p:nvSpPr>
          <p:spPr>
            <a:xfrm>
              <a:off x="1036505" y="3801941"/>
              <a:ext cx="61468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Linezolid</a:t>
              </a:r>
            </a:p>
          </p:txBody>
        </p:sp>
        <p:sp>
          <p:nvSpPr>
            <p:cNvPr id="993" name="TextBox 992">
              <a:extLst>
                <a:ext uri="{FF2B5EF4-FFF2-40B4-BE49-F238E27FC236}">
                  <a16:creationId xmlns:a16="http://schemas.microsoft.com/office/drawing/2014/main" id="{C5838F23-7D40-0740-39DA-C7DF1396B964}"/>
                </a:ext>
              </a:extLst>
            </p:cNvPr>
            <p:cNvSpPr txBox="1"/>
            <p:nvPr/>
          </p:nvSpPr>
          <p:spPr>
            <a:xfrm>
              <a:off x="865584" y="3660256"/>
              <a:ext cx="77660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Moxifloxacin</a:t>
              </a:r>
            </a:p>
          </p:txBody>
        </p:sp>
        <p:sp>
          <p:nvSpPr>
            <p:cNvPr id="994" name="TextBox 993">
              <a:extLst>
                <a:ext uri="{FF2B5EF4-FFF2-40B4-BE49-F238E27FC236}">
                  <a16:creationId xmlns:a16="http://schemas.microsoft.com/office/drawing/2014/main" id="{052DFD6F-0D72-EAD5-E1B2-69F4D249196A}"/>
                </a:ext>
              </a:extLst>
            </p:cNvPr>
            <p:cNvSpPr txBox="1"/>
            <p:nvPr/>
          </p:nvSpPr>
          <p:spPr>
            <a:xfrm>
              <a:off x="1009517" y="3518662"/>
              <a:ext cx="63267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Ofloxacin</a:t>
              </a:r>
            </a:p>
          </p:txBody>
        </p:sp>
        <p:sp>
          <p:nvSpPr>
            <p:cNvPr id="995" name="TextBox 994">
              <a:extLst>
                <a:ext uri="{FF2B5EF4-FFF2-40B4-BE49-F238E27FC236}">
                  <a16:creationId xmlns:a16="http://schemas.microsoft.com/office/drawing/2014/main" id="{6AC71386-80F5-FCB9-A0C8-3DE2B56B85FD}"/>
                </a:ext>
              </a:extLst>
            </p:cNvPr>
            <p:cNvSpPr txBox="1"/>
            <p:nvPr/>
          </p:nvSpPr>
          <p:spPr>
            <a:xfrm>
              <a:off x="802613" y="3377068"/>
              <a:ext cx="839575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Pyrazinamide</a:t>
              </a:r>
            </a:p>
          </p:txBody>
        </p:sp>
        <p:sp>
          <p:nvSpPr>
            <p:cNvPr id="996" name="TextBox 995">
              <a:extLst>
                <a:ext uri="{FF2B5EF4-FFF2-40B4-BE49-F238E27FC236}">
                  <a16:creationId xmlns:a16="http://schemas.microsoft.com/office/drawing/2014/main" id="{AC515805-AFE4-279A-D40C-8FDF54F41D9D}"/>
                </a:ext>
              </a:extLst>
            </p:cNvPr>
            <p:cNvSpPr txBox="1"/>
            <p:nvPr/>
          </p:nvSpPr>
          <p:spPr>
            <a:xfrm>
              <a:off x="955542" y="3235383"/>
              <a:ext cx="6866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Rifampicin</a:t>
              </a:r>
            </a:p>
          </p:txBody>
        </p:sp>
        <p:sp>
          <p:nvSpPr>
            <p:cNvPr id="997" name="TextBox 996">
              <a:extLst>
                <a:ext uri="{FF2B5EF4-FFF2-40B4-BE49-F238E27FC236}">
                  <a16:creationId xmlns:a16="http://schemas.microsoft.com/office/drawing/2014/main" id="{E775041D-DC43-3FF4-9385-14B19BC319BA}"/>
                </a:ext>
              </a:extLst>
            </p:cNvPr>
            <p:cNvSpPr txBox="1"/>
            <p:nvPr/>
          </p:nvSpPr>
          <p:spPr>
            <a:xfrm>
              <a:off x="829601" y="3093789"/>
              <a:ext cx="81258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Streptomycin</a:t>
              </a:r>
            </a:p>
          </p:txBody>
        </p:sp>
        <p:sp>
          <p:nvSpPr>
            <p:cNvPr id="998" name="Freeform 997">
              <a:extLst>
                <a:ext uri="{FF2B5EF4-FFF2-40B4-BE49-F238E27FC236}">
                  <a16:creationId xmlns:a16="http://schemas.microsoft.com/office/drawing/2014/main" id="{E6E6C103-922F-44B6-32DF-C775654C8048}"/>
                </a:ext>
              </a:extLst>
            </p:cNvPr>
            <p:cNvSpPr/>
            <p:nvPr/>
          </p:nvSpPr>
          <p:spPr>
            <a:xfrm>
              <a:off x="1577646" y="5182463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9" name="Freeform 998">
              <a:extLst>
                <a:ext uri="{FF2B5EF4-FFF2-40B4-BE49-F238E27FC236}">
                  <a16:creationId xmlns:a16="http://schemas.microsoft.com/office/drawing/2014/main" id="{C792C4D2-D1C5-9654-C3FF-3D4E38ECA912}"/>
                </a:ext>
              </a:extLst>
            </p:cNvPr>
            <p:cNvSpPr/>
            <p:nvPr/>
          </p:nvSpPr>
          <p:spPr>
            <a:xfrm>
              <a:off x="1577646" y="5040868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0" name="Freeform 999">
              <a:extLst>
                <a:ext uri="{FF2B5EF4-FFF2-40B4-BE49-F238E27FC236}">
                  <a16:creationId xmlns:a16="http://schemas.microsoft.com/office/drawing/2014/main" id="{F4AB5AFE-CAC8-7C13-A4F9-E20497C5BCD4}"/>
                </a:ext>
              </a:extLst>
            </p:cNvPr>
            <p:cNvSpPr/>
            <p:nvPr/>
          </p:nvSpPr>
          <p:spPr>
            <a:xfrm>
              <a:off x="1577646" y="4899184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1" name="Freeform 1000">
              <a:extLst>
                <a:ext uri="{FF2B5EF4-FFF2-40B4-BE49-F238E27FC236}">
                  <a16:creationId xmlns:a16="http://schemas.microsoft.com/office/drawing/2014/main" id="{5EA280E7-38E1-0502-64FA-B5C0666B6E0E}"/>
                </a:ext>
              </a:extLst>
            </p:cNvPr>
            <p:cNvSpPr/>
            <p:nvPr/>
          </p:nvSpPr>
          <p:spPr>
            <a:xfrm>
              <a:off x="1577646" y="4757590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2" name="Freeform 1001">
              <a:extLst>
                <a:ext uri="{FF2B5EF4-FFF2-40B4-BE49-F238E27FC236}">
                  <a16:creationId xmlns:a16="http://schemas.microsoft.com/office/drawing/2014/main" id="{4C4D063E-D680-3DED-4216-5684FD227454}"/>
                </a:ext>
              </a:extLst>
            </p:cNvPr>
            <p:cNvSpPr/>
            <p:nvPr/>
          </p:nvSpPr>
          <p:spPr>
            <a:xfrm>
              <a:off x="1577646" y="4615995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2141E00F-6C9C-6DB1-030D-B882916FE9F0}"/>
                </a:ext>
              </a:extLst>
            </p:cNvPr>
            <p:cNvSpPr/>
            <p:nvPr/>
          </p:nvSpPr>
          <p:spPr>
            <a:xfrm>
              <a:off x="1577646" y="4474311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4" name="Freeform 1003">
              <a:extLst>
                <a:ext uri="{FF2B5EF4-FFF2-40B4-BE49-F238E27FC236}">
                  <a16:creationId xmlns:a16="http://schemas.microsoft.com/office/drawing/2014/main" id="{D65F69C8-CAAF-D4D2-9C14-21B55A75B183}"/>
                </a:ext>
              </a:extLst>
            </p:cNvPr>
            <p:cNvSpPr/>
            <p:nvPr/>
          </p:nvSpPr>
          <p:spPr>
            <a:xfrm>
              <a:off x="1577646" y="4332716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id="{918B2336-629A-2B31-EC1E-0EC0902A92BC}"/>
                </a:ext>
              </a:extLst>
            </p:cNvPr>
            <p:cNvSpPr/>
            <p:nvPr/>
          </p:nvSpPr>
          <p:spPr>
            <a:xfrm>
              <a:off x="1577646" y="4191122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6" name="Freeform 1005">
              <a:extLst>
                <a:ext uri="{FF2B5EF4-FFF2-40B4-BE49-F238E27FC236}">
                  <a16:creationId xmlns:a16="http://schemas.microsoft.com/office/drawing/2014/main" id="{8B8D98E5-1BA9-3BC4-DBBE-AD4831F4945D}"/>
                </a:ext>
              </a:extLst>
            </p:cNvPr>
            <p:cNvSpPr/>
            <p:nvPr/>
          </p:nvSpPr>
          <p:spPr>
            <a:xfrm>
              <a:off x="1577646" y="4049438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7" name="Freeform 1006">
              <a:extLst>
                <a:ext uri="{FF2B5EF4-FFF2-40B4-BE49-F238E27FC236}">
                  <a16:creationId xmlns:a16="http://schemas.microsoft.com/office/drawing/2014/main" id="{ACEB9C2B-8C71-B16B-7D58-A494D4D10B8D}"/>
                </a:ext>
              </a:extLst>
            </p:cNvPr>
            <p:cNvSpPr/>
            <p:nvPr/>
          </p:nvSpPr>
          <p:spPr>
            <a:xfrm>
              <a:off x="1577646" y="3907843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8" name="Freeform 1007">
              <a:extLst>
                <a:ext uri="{FF2B5EF4-FFF2-40B4-BE49-F238E27FC236}">
                  <a16:creationId xmlns:a16="http://schemas.microsoft.com/office/drawing/2014/main" id="{737EC1A7-AA13-A650-4B09-D0F1B6B7EBE3}"/>
                </a:ext>
              </a:extLst>
            </p:cNvPr>
            <p:cNvSpPr/>
            <p:nvPr/>
          </p:nvSpPr>
          <p:spPr>
            <a:xfrm>
              <a:off x="1577646" y="3766249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9" name="Freeform 1008">
              <a:extLst>
                <a:ext uri="{FF2B5EF4-FFF2-40B4-BE49-F238E27FC236}">
                  <a16:creationId xmlns:a16="http://schemas.microsoft.com/office/drawing/2014/main" id="{B29E5BE5-6186-5884-8EDE-2C0EA15958DC}"/>
                </a:ext>
              </a:extLst>
            </p:cNvPr>
            <p:cNvSpPr/>
            <p:nvPr/>
          </p:nvSpPr>
          <p:spPr>
            <a:xfrm>
              <a:off x="1577646" y="3624564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03533052-A983-F9C0-7588-7FFC0BC361C9}"/>
                </a:ext>
              </a:extLst>
            </p:cNvPr>
            <p:cNvSpPr/>
            <p:nvPr/>
          </p:nvSpPr>
          <p:spPr>
            <a:xfrm>
              <a:off x="1577646" y="3482970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1" name="Freeform 1010">
              <a:extLst>
                <a:ext uri="{FF2B5EF4-FFF2-40B4-BE49-F238E27FC236}">
                  <a16:creationId xmlns:a16="http://schemas.microsoft.com/office/drawing/2014/main" id="{8188592F-855B-6AB6-B897-67C6FC6C308B}"/>
                </a:ext>
              </a:extLst>
            </p:cNvPr>
            <p:cNvSpPr/>
            <p:nvPr/>
          </p:nvSpPr>
          <p:spPr>
            <a:xfrm>
              <a:off x="1577646" y="3341375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2" name="Freeform 1011">
              <a:extLst>
                <a:ext uri="{FF2B5EF4-FFF2-40B4-BE49-F238E27FC236}">
                  <a16:creationId xmlns:a16="http://schemas.microsoft.com/office/drawing/2014/main" id="{6730F658-A543-B366-2705-DDD16E3C6989}"/>
                </a:ext>
              </a:extLst>
            </p:cNvPr>
            <p:cNvSpPr/>
            <p:nvPr/>
          </p:nvSpPr>
          <p:spPr>
            <a:xfrm>
              <a:off x="1577646" y="3199781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3" name="TextBox 1012">
              <a:extLst>
                <a:ext uri="{FF2B5EF4-FFF2-40B4-BE49-F238E27FC236}">
                  <a16:creationId xmlns:a16="http://schemas.microsoft.com/office/drawing/2014/main" id="{1686E154-963E-C472-B16C-2267477A719F}"/>
                </a:ext>
              </a:extLst>
            </p:cNvPr>
            <p:cNvSpPr txBox="1"/>
            <p:nvPr/>
          </p:nvSpPr>
          <p:spPr>
            <a:xfrm>
              <a:off x="2756328" y="5404819"/>
              <a:ext cx="614679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Sample</a:t>
              </a:r>
            </a:p>
          </p:txBody>
        </p:sp>
        <p:sp>
          <p:nvSpPr>
            <p:cNvPr id="1014" name="TextBox 1013">
              <a:extLst>
                <a:ext uri="{FF2B5EF4-FFF2-40B4-BE49-F238E27FC236}">
                  <a16:creationId xmlns:a16="http://schemas.microsoft.com/office/drawing/2014/main" id="{FFCFD186-822D-E0EB-A49D-326A7D92540E}"/>
                </a:ext>
              </a:extLst>
            </p:cNvPr>
            <p:cNvSpPr txBox="1"/>
            <p:nvPr/>
          </p:nvSpPr>
          <p:spPr>
            <a:xfrm rot="-5400000">
              <a:off x="563054" y="2863046"/>
              <a:ext cx="461750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Drug</a:t>
              </a:r>
            </a:p>
          </p:txBody>
        </p:sp>
        <p:sp>
          <p:nvSpPr>
            <p:cNvPr id="1015" name="TextBox 1014">
              <a:extLst>
                <a:ext uri="{FF2B5EF4-FFF2-40B4-BE49-F238E27FC236}">
                  <a16:creationId xmlns:a16="http://schemas.microsoft.com/office/drawing/2014/main" id="{88BBAE5E-20E6-1FFE-3CF0-4920D157F82F}"/>
                </a:ext>
              </a:extLst>
            </p:cNvPr>
            <p:cNvSpPr txBox="1"/>
            <p:nvPr/>
          </p:nvSpPr>
          <p:spPr>
            <a:xfrm>
              <a:off x="639788" y="449554"/>
              <a:ext cx="272838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</p:grpSp>
      <p:grpSp>
        <p:nvGrpSpPr>
          <p:cNvPr id="1056" name="Graphic 4">
            <a:extLst>
              <a:ext uri="{FF2B5EF4-FFF2-40B4-BE49-F238E27FC236}">
                <a16:creationId xmlns:a16="http://schemas.microsoft.com/office/drawing/2014/main" id="{876FAA32-A31A-7113-B090-A1FD96631B66}"/>
              </a:ext>
            </a:extLst>
          </p:cNvPr>
          <p:cNvGrpSpPr/>
          <p:nvPr/>
        </p:nvGrpSpPr>
        <p:grpSpPr>
          <a:xfrm>
            <a:off x="5323421" y="1980126"/>
            <a:ext cx="2771166" cy="804947"/>
            <a:chOff x="5323421" y="1980126"/>
            <a:chExt cx="2771166" cy="804947"/>
          </a:xfrm>
        </p:grpSpPr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66F693B4-92AD-4D09-C5CE-82DDDDA24F6F}"/>
                </a:ext>
              </a:extLst>
            </p:cNvPr>
            <p:cNvSpPr/>
            <p:nvPr/>
          </p:nvSpPr>
          <p:spPr>
            <a:xfrm>
              <a:off x="5348970" y="2537328"/>
              <a:ext cx="8995" cy="247745"/>
            </a:xfrm>
            <a:custGeom>
              <a:avLst/>
              <a:gdLst>
                <a:gd name="connsiteX0" fmla="*/ 0 w 8995"/>
                <a:gd name="connsiteY0" fmla="*/ 247745 h 247745"/>
                <a:gd name="connsiteX1" fmla="*/ 0 w 8995"/>
                <a:gd name="connsiteY1" fmla="*/ 0 h 24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247745">
                  <a:moveTo>
                    <a:pt x="0" y="247745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1B9E7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 1057">
              <a:extLst>
                <a:ext uri="{FF2B5EF4-FFF2-40B4-BE49-F238E27FC236}">
                  <a16:creationId xmlns:a16="http://schemas.microsoft.com/office/drawing/2014/main" id="{DF9813A3-39D0-5C16-298D-219C1F01E510}"/>
                </a:ext>
              </a:extLst>
            </p:cNvPr>
            <p:cNvSpPr/>
            <p:nvPr/>
          </p:nvSpPr>
          <p:spPr>
            <a:xfrm>
              <a:off x="5892948" y="2349675"/>
              <a:ext cx="8995" cy="364960"/>
            </a:xfrm>
            <a:custGeom>
              <a:avLst/>
              <a:gdLst>
                <a:gd name="connsiteX0" fmla="*/ 0 w 8995"/>
                <a:gd name="connsiteY0" fmla="*/ 364961 h 364960"/>
                <a:gd name="connsiteX1" fmla="*/ 0 w 8995"/>
                <a:gd name="connsiteY1" fmla="*/ 0 h 36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64960">
                  <a:moveTo>
                    <a:pt x="0" y="364961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D95F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 1058">
              <a:extLst>
                <a:ext uri="{FF2B5EF4-FFF2-40B4-BE49-F238E27FC236}">
                  <a16:creationId xmlns:a16="http://schemas.microsoft.com/office/drawing/2014/main" id="{F1DB8047-7E3F-B4C0-4F22-0CE4CC7D8677}"/>
                </a:ext>
              </a:extLst>
            </p:cNvPr>
            <p:cNvSpPr/>
            <p:nvPr/>
          </p:nvSpPr>
          <p:spPr>
            <a:xfrm>
              <a:off x="6437016" y="2244334"/>
              <a:ext cx="8995" cy="307117"/>
            </a:xfrm>
            <a:custGeom>
              <a:avLst/>
              <a:gdLst>
                <a:gd name="connsiteX0" fmla="*/ 0 w 8995"/>
                <a:gd name="connsiteY0" fmla="*/ 307118 h 307117"/>
                <a:gd name="connsiteX1" fmla="*/ 0 w 8995"/>
                <a:gd name="connsiteY1" fmla="*/ 0 h 307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07117">
                  <a:moveTo>
                    <a:pt x="0" y="307118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7570B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 1059">
              <a:extLst>
                <a:ext uri="{FF2B5EF4-FFF2-40B4-BE49-F238E27FC236}">
                  <a16:creationId xmlns:a16="http://schemas.microsoft.com/office/drawing/2014/main" id="{F20717C5-B353-190D-06DF-A8383272B522}"/>
                </a:ext>
              </a:extLst>
            </p:cNvPr>
            <p:cNvSpPr/>
            <p:nvPr/>
          </p:nvSpPr>
          <p:spPr>
            <a:xfrm>
              <a:off x="6980994" y="2391505"/>
              <a:ext cx="8995" cy="356414"/>
            </a:xfrm>
            <a:custGeom>
              <a:avLst/>
              <a:gdLst>
                <a:gd name="connsiteX0" fmla="*/ 0 w 8995"/>
                <a:gd name="connsiteY0" fmla="*/ 356415 h 356414"/>
                <a:gd name="connsiteX1" fmla="*/ 0 w 8995"/>
                <a:gd name="connsiteY1" fmla="*/ 0 h 356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56414">
                  <a:moveTo>
                    <a:pt x="0" y="356415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E7298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 1060">
              <a:extLst>
                <a:ext uri="{FF2B5EF4-FFF2-40B4-BE49-F238E27FC236}">
                  <a16:creationId xmlns:a16="http://schemas.microsoft.com/office/drawing/2014/main" id="{D1E2190B-6E69-0CEC-AC79-E2B6FA36FEB5}"/>
                </a:ext>
              </a:extLst>
            </p:cNvPr>
            <p:cNvSpPr/>
            <p:nvPr/>
          </p:nvSpPr>
          <p:spPr>
            <a:xfrm>
              <a:off x="7525062" y="1980126"/>
              <a:ext cx="8995" cy="174069"/>
            </a:xfrm>
            <a:custGeom>
              <a:avLst/>
              <a:gdLst>
                <a:gd name="connsiteX0" fmla="*/ 0 w 8995"/>
                <a:gd name="connsiteY0" fmla="*/ 174069 h 174069"/>
                <a:gd name="connsiteX1" fmla="*/ 0 w 8995"/>
                <a:gd name="connsiteY1" fmla="*/ 0 h 17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174069">
                  <a:moveTo>
                    <a:pt x="0" y="174069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66A61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 1061">
              <a:extLst>
                <a:ext uri="{FF2B5EF4-FFF2-40B4-BE49-F238E27FC236}">
                  <a16:creationId xmlns:a16="http://schemas.microsoft.com/office/drawing/2014/main" id="{EB9C22A3-1DA9-4193-4CFC-A87C4F1DA9E8}"/>
                </a:ext>
              </a:extLst>
            </p:cNvPr>
            <p:cNvSpPr/>
            <p:nvPr/>
          </p:nvSpPr>
          <p:spPr>
            <a:xfrm>
              <a:off x="8069040" y="2144930"/>
              <a:ext cx="8995" cy="204475"/>
            </a:xfrm>
            <a:custGeom>
              <a:avLst/>
              <a:gdLst>
                <a:gd name="connsiteX0" fmla="*/ 0 w 8995"/>
                <a:gd name="connsiteY0" fmla="*/ 204475 h 204475"/>
                <a:gd name="connsiteX1" fmla="*/ 0 w 8995"/>
                <a:gd name="connsiteY1" fmla="*/ 0 h 20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204475">
                  <a:moveTo>
                    <a:pt x="0" y="204475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E6AB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 1062">
              <a:extLst>
                <a:ext uri="{FF2B5EF4-FFF2-40B4-BE49-F238E27FC236}">
                  <a16:creationId xmlns:a16="http://schemas.microsoft.com/office/drawing/2014/main" id="{CC506B10-96B3-234A-05A3-C2021978A4B4}"/>
                </a:ext>
              </a:extLst>
            </p:cNvPr>
            <p:cNvSpPr/>
            <p:nvPr/>
          </p:nvSpPr>
          <p:spPr>
            <a:xfrm>
              <a:off x="5323421" y="2635652"/>
              <a:ext cx="51096" cy="51096"/>
            </a:xfrm>
            <a:custGeom>
              <a:avLst/>
              <a:gdLst>
                <a:gd name="connsiteX0" fmla="*/ 51097 w 51096"/>
                <a:gd name="connsiteY0" fmla="*/ 25548 h 51096"/>
                <a:gd name="connsiteX1" fmla="*/ 25548 w 51096"/>
                <a:gd name="connsiteY1" fmla="*/ 51096 h 51096"/>
                <a:gd name="connsiteX2" fmla="*/ 0 w 51096"/>
                <a:gd name="connsiteY2" fmla="*/ 25548 h 51096"/>
                <a:gd name="connsiteX3" fmla="*/ 25548 w 51096"/>
                <a:gd name="connsiteY3" fmla="*/ 0 h 51096"/>
                <a:gd name="connsiteX4" fmla="*/ 51097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7" y="25548"/>
                  </a:moveTo>
                  <a:cubicBezTo>
                    <a:pt x="51097" y="39658"/>
                    <a:pt x="39658" y="51096"/>
                    <a:pt x="25548" y="51096"/>
                  </a:cubicBezTo>
                  <a:cubicBezTo>
                    <a:pt x="11438" y="51096"/>
                    <a:pt x="0" y="39658"/>
                    <a:pt x="0" y="25548"/>
                  </a:cubicBezTo>
                  <a:cubicBezTo>
                    <a:pt x="0" y="11438"/>
                    <a:pt x="11438" y="0"/>
                    <a:pt x="25548" y="0"/>
                  </a:cubicBezTo>
                  <a:cubicBezTo>
                    <a:pt x="39658" y="0"/>
                    <a:pt x="51097" y="11438"/>
                    <a:pt x="51097" y="25548"/>
                  </a:cubicBezTo>
                  <a:close/>
                </a:path>
              </a:pathLst>
            </a:custGeom>
            <a:solidFill>
              <a:srgbClr val="1B9E77"/>
            </a:solidFill>
            <a:ln w="12774" cap="rnd">
              <a:solidFill>
                <a:srgbClr val="1B9E7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 1063">
              <a:extLst>
                <a:ext uri="{FF2B5EF4-FFF2-40B4-BE49-F238E27FC236}">
                  <a16:creationId xmlns:a16="http://schemas.microsoft.com/office/drawing/2014/main" id="{B6DDC6FE-89AC-E190-9C1A-1112E38AFF7F}"/>
                </a:ext>
              </a:extLst>
            </p:cNvPr>
            <p:cNvSpPr/>
            <p:nvPr/>
          </p:nvSpPr>
          <p:spPr>
            <a:xfrm>
              <a:off x="5867400" y="2506652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-1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-1" y="39658"/>
                    <a:pt x="-1" y="25548"/>
                  </a:cubicBezTo>
                  <a:cubicBezTo>
                    <a:pt x="-1" y="11438"/>
                    <a:pt x="11438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D95F02"/>
            </a:solidFill>
            <a:ln w="12774" cap="rnd">
              <a:solidFill>
                <a:srgbClr val="D95F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 1064">
              <a:extLst>
                <a:ext uri="{FF2B5EF4-FFF2-40B4-BE49-F238E27FC236}">
                  <a16:creationId xmlns:a16="http://schemas.microsoft.com/office/drawing/2014/main" id="{80B31295-9D18-8CE6-A891-87B88E958A04}"/>
                </a:ext>
              </a:extLst>
            </p:cNvPr>
            <p:cNvSpPr/>
            <p:nvPr/>
          </p:nvSpPr>
          <p:spPr>
            <a:xfrm>
              <a:off x="6411468" y="2372344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-1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-1" y="39658"/>
                    <a:pt x="-1" y="25548"/>
                  </a:cubicBezTo>
                  <a:cubicBezTo>
                    <a:pt x="-1" y="11438"/>
                    <a:pt x="11437" y="0"/>
                    <a:pt x="25548" y="0"/>
                  </a:cubicBezTo>
                  <a:cubicBezTo>
                    <a:pt x="39657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7570B3"/>
            </a:solidFill>
            <a:ln w="12774" cap="rnd">
              <a:solidFill>
                <a:srgbClr val="7570B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 1065">
              <a:extLst>
                <a:ext uri="{FF2B5EF4-FFF2-40B4-BE49-F238E27FC236}">
                  <a16:creationId xmlns:a16="http://schemas.microsoft.com/office/drawing/2014/main" id="{8BDCD256-F154-00E0-0A8C-4455AB99C196}"/>
                </a:ext>
              </a:extLst>
            </p:cNvPr>
            <p:cNvSpPr/>
            <p:nvPr/>
          </p:nvSpPr>
          <p:spPr>
            <a:xfrm>
              <a:off x="6955446" y="2544165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0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0" y="39658"/>
                    <a:pt x="0" y="25548"/>
                  </a:cubicBezTo>
                  <a:cubicBezTo>
                    <a:pt x="0" y="11438"/>
                    <a:pt x="11438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E7298A"/>
            </a:solidFill>
            <a:ln w="12774" cap="rnd">
              <a:solidFill>
                <a:srgbClr val="E7298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 1066">
              <a:extLst>
                <a:ext uri="{FF2B5EF4-FFF2-40B4-BE49-F238E27FC236}">
                  <a16:creationId xmlns:a16="http://schemas.microsoft.com/office/drawing/2014/main" id="{90520AB0-3716-3399-36BA-7AD4B27CC502}"/>
                </a:ext>
              </a:extLst>
            </p:cNvPr>
            <p:cNvSpPr/>
            <p:nvPr/>
          </p:nvSpPr>
          <p:spPr>
            <a:xfrm>
              <a:off x="7499514" y="2041657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-1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-1" y="39658"/>
                    <a:pt x="-1" y="25548"/>
                  </a:cubicBezTo>
                  <a:cubicBezTo>
                    <a:pt x="-1" y="11438"/>
                    <a:pt x="11437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66A61E"/>
            </a:solidFill>
            <a:ln w="12774" cap="rnd">
              <a:solidFill>
                <a:srgbClr val="66A61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 1067">
              <a:extLst>
                <a:ext uri="{FF2B5EF4-FFF2-40B4-BE49-F238E27FC236}">
                  <a16:creationId xmlns:a16="http://schemas.microsoft.com/office/drawing/2014/main" id="{3A5CD0B1-D080-FDDA-D506-FFBE6A0FC12A}"/>
                </a:ext>
              </a:extLst>
            </p:cNvPr>
            <p:cNvSpPr/>
            <p:nvPr/>
          </p:nvSpPr>
          <p:spPr>
            <a:xfrm>
              <a:off x="8043492" y="2221664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0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0" y="39658"/>
                    <a:pt x="0" y="25548"/>
                  </a:cubicBezTo>
                  <a:cubicBezTo>
                    <a:pt x="0" y="11438"/>
                    <a:pt x="11438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E6AB02"/>
            </a:solidFill>
            <a:ln w="12774" cap="rnd">
              <a:solidFill>
                <a:srgbClr val="E6AB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69" name="Graphic 4">
            <a:extLst>
              <a:ext uri="{FF2B5EF4-FFF2-40B4-BE49-F238E27FC236}">
                <a16:creationId xmlns:a16="http://schemas.microsoft.com/office/drawing/2014/main" id="{70C3612D-3019-ACBB-24D5-922A62E45B93}"/>
              </a:ext>
            </a:extLst>
          </p:cNvPr>
          <p:cNvGrpSpPr/>
          <p:nvPr/>
        </p:nvGrpSpPr>
        <p:grpSpPr>
          <a:xfrm>
            <a:off x="4608163" y="1790674"/>
            <a:ext cx="3787336" cy="1860698"/>
            <a:chOff x="4608163" y="1790674"/>
            <a:chExt cx="3787336" cy="1860698"/>
          </a:xfrm>
        </p:grpSpPr>
        <p:sp>
          <p:nvSpPr>
            <p:cNvPr id="1070" name="Freeform 1069">
              <a:extLst>
                <a:ext uri="{FF2B5EF4-FFF2-40B4-BE49-F238E27FC236}">
                  <a16:creationId xmlns:a16="http://schemas.microsoft.com/office/drawing/2014/main" id="{7BC59758-17EF-420C-4E4D-73B0D65424C0}"/>
                </a:ext>
              </a:extLst>
            </p:cNvPr>
            <p:cNvSpPr/>
            <p:nvPr/>
          </p:nvSpPr>
          <p:spPr>
            <a:xfrm>
              <a:off x="5022511" y="1834393"/>
              <a:ext cx="8995" cy="1508781"/>
            </a:xfrm>
            <a:custGeom>
              <a:avLst/>
              <a:gdLst>
                <a:gd name="connsiteX0" fmla="*/ 0 w 8995"/>
                <a:gd name="connsiteY0" fmla="*/ 1508781 h 1508781"/>
                <a:gd name="connsiteX1" fmla="*/ 0 w 8995"/>
                <a:gd name="connsiteY1" fmla="*/ 0 h 150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1508781">
                  <a:moveTo>
                    <a:pt x="0" y="1508781"/>
                  </a:moveTo>
                  <a:lnTo>
                    <a:pt x="0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4689E975-5696-7E31-C5E7-4ACDAC7A54C7}"/>
                </a:ext>
              </a:extLst>
            </p:cNvPr>
            <p:cNvSpPr txBox="1"/>
            <p:nvPr/>
          </p:nvSpPr>
          <p:spPr>
            <a:xfrm>
              <a:off x="4809897" y="3168634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D86C25C9-389B-CBBF-5EAB-2E8C0E255D88}"/>
                </a:ext>
              </a:extLst>
            </p:cNvPr>
            <p:cNvSpPr txBox="1"/>
            <p:nvPr/>
          </p:nvSpPr>
          <p:spPr>
            <a:xfrm>
              <a:off x="4755922" y="2825713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25</a:t>
              </a: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1DBEACEC-8241-626C-0748-51B7BD403011}"/>
                </a:ext>
              </a:extLst>
            </p:cNvPr>
            <p:cNvSpPr txBox="1"/>
            <p:nvPr/>
          </p:nvSpPr>
          <p:spPr>
            <a:xfrm>
              <a:off x="4755922" y="2482882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50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41597761-21AB-08F5-F692-BFD26E1ED2CE}"/>
                </a:ext>
              </a:extLst>
            </p:cNvPr>
            <p:cNvSpPr txBox="1"/>
            <p:nvPr/>
          </p:nvSpPr>
          <p:spPr>
            <a:xfrm>
              <a:off x="4755922" y="2139961"/>
              <a:ext cx="308821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75</a:t>
              </a: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99F0B2D6-886D-B67B-DC5A-F4A7F750C802}"/>
                </a:ext>
              </a:extLst>
            </p:cNvPr>
            <p:cNvSpPr txBox="1"/>
            <p:nvPr/>
          </p:nvSpPr>
          <p:spPr>
            <a:xfrm>
              <a:off x="4692951" y="1797040"/>
              <a:ext cx="36279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100</a:t>
              </a:r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68625370-D5DD-2C61-D650-7F09AA3A9582}"/>
                </a:ext>
              </a:extLst>
            </p:cNvPr>
            <p:cNvSpPr/>
            <p:nvPr/>
          </p:nvSpPr>
          <p:spPr>
            <a:xfrm>
              <a:off x="4991205" y="3274536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5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5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 1076">
              <a:extLst>
                <a:ext uri="{FF2B5EF4-FFF2-40B4-BE49-F238E27FC236}">
                  <a16:creationId xmlns:a16="http://schemas.microsoft.com/office/drawing/2014/main" id="{3D677484-41E2-AB3D-8B60-F9D1C9D9C439}"/>
                </a:ext>
              </a:extLst>
            </p:cNvPr>
            <p:cNvSpPr/>
            <p:nvPr/>
          </p:nvSpPr>
          <p:spPr>
            <a:xfrm>
              <a:off x="4991205" y="2931705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5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5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 1077">
              <a:extLst>
                <a:ext uri="{FF2B5EF4-FFF2-40B4-BE49-F238E27FC236}">
                  <a16:creationId xmlns:a16="http://schemas.microsoft.com/office/drawing/2014/main" id="{5DBCD80F-767C-A653-F147-691C514DB1B2}"/>
                </a:ext>
              </a:extLst>
            </p:cNvPr>
            <p:cNvSpPr/>
            <p:nvPr/>
          </p:nvSpPr>
          <p:spPr>
            <a:xfrm>
              <a:off x="4991205" y="2588784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5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5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 1078">
              <a:extLst>
                <a:ext uri="{FF2B5EF4-FFF2-40B4-BE49-F238E27FC236}">
                  <a16:creationId xmlns:a16="http://schemas.microsoft.com/office/drawing/2014/main" id="{B12FAA48-F6B4-686F-D69A-E2B38D5ECB36}"/>
                </a:ext>
              </a:extLst>
            </p:cNvPr>
            <p:cNvSpPr/>
            <p:nvPr/>
          </p:nvSpPr>
          <p:spPr>
            <a:xfrm>
              <a:off x="4991205" y="2245863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5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5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 1079">
              <a:extLst>
                <a:ext uri="{FF2B5EF4-FFF2-40B4-BE49-F238E27FC236}">
                  <a16:creationId xmlns:a16="http://schemas.microsoft.com/office/drawing/2014/main" id="{8C83C313-D0E6-8DFB-EA8A-C9BB03C45A34}"/>
                </a:ext>
              </a:extLst>
            </p:cNvPr>
            <p:cNvSpPr/>
            <p:nvPr/>
          </p:nvSpPr>
          <p:spPr>
            <a:xfrm>
              <a:off x="4991205" y="1903032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5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5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 1080">
              <a:extLst>
                <a:ext uri="{FF2B5EF4-FFF2-40B4-BE49-F238E27FC236}">
                  <a16:creationId xmlns:a16="http://schemas.microsoft.com/office/drawing/2014/main" id="{4F2A73E4-1C98-B641-B413-04831134F2EE}"/>
                </a:ext>
              </a:extLst>
            </p:cNvPr>
            <p:cNvSpPr/>
            <p:nvPr/>
          </p:nvSpPr>
          <p:spPr>
            <a:xfrm>
              <a:off x="5022511" y="3343175"/>
              <a:ext cx="3372988" cy="8995"/>
            </a:xfrm>
            <a:custGeom>
              <a:avLst/>
              <a:gdLst>
                <a:gd name="connsiteX0" fmla="*/ 0 w 3372988"/>
                <a:gd name="connsiteY0" fmla="*/ 0 h 8995"/>
                <a:gd name="connsiteX1" fmla="*/ 3372988 w 3372988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2988" h="8995">
                  <a:moveTo>
                    <a:pt x="0" y="0"/>
                  </a:moveTo>
                  <a:lnTo>
                    <a:pt x="3372988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 1081">
              <a:extLst>
                <a:ext uri="{FF2B5EF4-FFF2-40B4-BE49-F238E27FC236}">
                  <a16:creationId xmlns:a16="http://schemas.microsoft.com/office/drawing/2014/main" id="{0770AF53-2BED-E139-2836-E530370F3BD8}"/>
                </a:ext>
              </a:extLst>
            </p:cNvPr>
            <p:cNvSpPr/>
            <p:nvPr/>
          </p:nvSpPr>
          <p:spPr>
            <a:xfrm>
              <a:off x="5348970" y="33431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64CC6BD7-152F-97D3-5A0C-2151AF2AA973}"/>
                </a:ext>
              </a:extLst>
            </p:cNvPr>
            <p:cNvSpPr/>
            <p:nvPr/>
          </p:nvSpPr>
          <p:spPr>
            <a:xfrm>
              <a:off x="5892948" y="33431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D5B8F9A5-922C-7F17-84FD-210B92162E60}"/>
                </a:ext>
              </a:extLst>
            </p:cNvPr>
            <p:cNvSpPr/>
            <p:nvPr/>
          </p:nvSpPr>
          <p:spPr>
            <a:xfrm>
              <a:off x="6437016" y="33431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B2C8D80B-19D8-2DFB-C2B5-4B9CE786AB5A}"/>
                </a:ext>
              </a:extLst>
            </p:cNvPr>
            <p:cNvSpPr/>
            <p:nvPr/>
          </p:nvSpPr>
          <p:spPr>
            <a:xfrm>
              <a:off x="6980994" y="33431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id="{CF391E09-FF28-6E32-E649-EE352882AFA8}"/>
                </a:ext>
              </a:extLst>
            </p:cNvPr>
            <p:cNvSpPr/>
            <p:nvPr/>
          </p:nvSpPr>
          <p:spPr>
            <a:xfrm>
              <a:off x="7525062" y="33431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 1086">
              <a:extLst>
                <a:ext uri="{FF2B5EF4-FFF2-40B4-BE49-F238E27FC236}">
                  <a16:creationId xmlns:a16="http://schemas.microsoft.com/office/drawing/2014/main" id="{BEE75D41-7851-8BD4-0C30-1C91A4E2AC70}"/>
                </a:ext>
              </a:extLst>
            </p:cNvPr>
            <p:cNvSpPr/>
            <p:nvPr/>
          </p:nvSpPr>
          <p:spPr>
            <a:xfrm>
              <a:off x="8069040" y="33431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E5F48E50-4D11-86EA-B3A1-B22B22CD915D}"/>
                </a:ext>
              </a:extLst>
            </p:cNvPr>
            <p:cNvSpPr txBox="1"/>
            <p:nvPr/>
          </p:nvSpPr>
          <p:spPr>
            <a:xfrm>
              <a:off x="5221546" y="3334248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DD3545D-E739-7781-1A88-C5A20C7CC3E6}"/>
                </a:ext>
              </a:extLst>
            </p:cNvPr>
            <p:cNvSpPr txBox="1"/>
            <p:nvPr/>
          </p:nvSpPr>
          <p:spPr>
            <a:xfrm>
              <a:off x="5765525" y="3334248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3271DC25-73AF-EFCC-C075-F5FA11CA44D8}"/>
                </a:ext>
              </a:extLst>
            </p:cNvPr>
            <p:cNvSpPr txBox="1"/>
            <p:nvPr/>
          </p:nvSpPr>
          <p:spPr>
            <a:xfrm>
              <a:off x="6305094" y="3334248"/>
              <a:ext cx="263842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5928A45D-DACF-88F7-6E85-0ECB5C146349}"/>
                </a:ext>
              </a:extLst>
            </p:cNvPr>
            <p:cNvSpPr txBox="1"/>
            <p:nvPr/>
          </p:nvSpPr>
          <p:spPr>
            <a:xfrm>
              <a:off x="6849072" y="3334248"/>
              <a:ext cx="263842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</a:t>
              </a:r>
            </a:p>
          </p:txBody>
        </p: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8DE46C40-329A-5AE7-8CEC-8D7980CC4984}"/>
                </a:ext>
              </a:extLst>
            </p:cNvPr>
            <p:cNvSpPr txBox="1"/>
            <p:nvPr/>
          </p:nvSpPr>
          <p:spPr>
            <a:xfrm>
              <a:off x="7397639" y="3334248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CC3E2207-FCFE-1C6A-8CD7-B0FF96417DDF}"/>
                </a:ext>
              </a:extLst>
            </p:cNvPr>
            <p:cNvSpPr txBox="1"/>
            <p:nvPr/>
          </p:nvSpPr>
          <p:spPr>
            <a:xfrm>
              <a:off x="7946114" y="333424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</a:t>
              </a:r>
            </a:p>
          </p:txBody>
        </p:sp>
        <p:sp>
          <p:nvSpPr>
            <p:cNvPr id="1094" name="TextBox 1093">
              <a:extLst>
                <a:ext uri="{FF2B5EF4-FFF2-40B4-BE49-F238E27FC236}">
                  <a16:creationId xmlns:a16="http://schemas.microsoft.com/office/drawing/2014/main" id="{FFC9E26C-96A7-82E5-6C81-8AD3D8F76D6C}"/>
                </a:ext>
              </a:extLst>
            </p:cNvPr>
            <p:cNvSpPr txBox="1"/>
            <p:nvPr/>
          </p:nvSpPr>
          <p:spPr>
            <a:xfrm>
              <a:off x="6406118" y="3461719"/>
              <a:ext cx="605684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Method</a:t>
              </a:r>
            </a:p>
          </p:txBody>
        </p:sp>
        <p:sp>
          <p:nvSpPr>
            <p:cNvPr id="1095" name="TextBox 1094">
              <a:extLst>
                <a:ext uri="{FF2B5EF4-FFF2-40B4-BE49-F238E27FC236}">
                  <a16:creationId xmlns:a16="http://schemas.microsoft.com/office/drawing/2014/main" id="{EA26B15A-FF3D-44AA-8109-EAC04217A6A0}"/>
                </a:ext>
              </a:extLst>
            </p:cNvPr>
            <p:cNvSpPr txBox="1"/>
            <p:nvPr/>
          </p:nvSpPr>
          <p:spPr>
            <a:xfrm rot="-5400000">
              <a:off x="4197371" y="2466599"/>
              <a:ext cx="965517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Coverage (%)</a:t>
              </a:r>
            </a:p>
          </p:txBody>
        </p: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AAEE2C77-E1C4-3B1D-463E-8D01E1FB4A3F}"/>
                </a:ext>
              </a:extLst>
            </p:cNvPr>
            <p:cNvSpPr txBox="1"/>
            <p:nvPr/>
          </p:nvSpPr>
          <p:spPr>
            <a:xfrm>
              <a:off x="4525988" y="1744954"/>
              <a:ext cx="272838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</p:grpSp>
      <p:grpSp>
        <p:nvGrpSpPr>
          <p:cNvPr id="1097" name="Graphic 4">
            <a:extLst>
              <a:ext uri="{FF2B5EF4-FFF2-40B4-BE49-F238E27FC236}">
                <a16:creationId xmlns:a16="http://schemas.microsoft.com/office/drawing/2014/main" id="{67F12E20-A48F-5D09-58FC-F09F3475C1CF}"/>
              </a:ext>
            </a:extLst>
          </p:cNvPr>
          <p:cNvGrpSpPr/>
          <p:nvPr/>
        </p:nvGrpSpPr>
        <p:grpSpPr>
          <a:xfrm>
            <a:off x="5434520" y="4032255"/>
            <a:ext cx="2672032" cy="229933"/>
            <a:chOff x="5434520" y="4032255"/>
            <a:chExt cx="2672032" cy="229933"/>
          </a:xfrm>
        </p:grpSpPr>
        <p:sp>
          <p:nvSpPr>
            <p:cNvPr id="1098" name="Freeform 1097">
              <a:extLst>
                <a:ext uri="{FF2B5EF4-FFF2-40B4-BE49-F238E27FC236}">
                  <a16:creationId xmlns:a16="http://schemas.microsoft.com/office/drawing/2014/main" id="{74537304-D4E0-354E-DFB5-4818B8B2C8A4}"/>
                </a:ext>
              </a:extLst>
            </p:cNvPr>
            <p:cNvSpPr/>
            <p:nvPr/>
          </p:nvSpPr>
          <p:spPr>
            <a:xfrm>
              <a:off x="5460068" y="4133998"/>
              <a:ext cx="8995" cy="55594"/>
            </a:xfrm>
            <a:custGeom>
              <a:avLst/>
              <a:gdLst>
                <a:gd name="connsiteX0" fmla="*/ 0 w 8995"/>
                <a:gd name="connsiteY0" fmla="*/ 55594 h 55594"/>
                <a:gd name="connsiteX1" fmla="*/ 0 w 8995"/>
                <a:gd name="connsiteY1" fmla="*/ 0 h 5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55594">
                  <a:moveTo>
                    <a:pt x="0" y="55594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1B9E7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9" name="Freeform 1098">
              <a:extLst>
                <a:ext uri="{FF2B5EF4-FFF2-40B4-BE49-F238E27FC236}">
                  <a16:creationId xmlns:a16="http://schemas.microsoft.com/office/drawing/2014/main" id="{4713DC86-5BDD-FAF8-2CBD-32B56E6C0986}"/>
                </a:ext>
              </a:extLst>
            </p:cNvPr>
            <p:cNvSpPr/>
            <p:nvPr/>
          </p:nvSpPr>
          <p:spPr>
            <a:xfrm>
              <a:off x="5984255" y="4124373"/>
              <a:ext cx="8995" cy="102462"/>
            </a:xfrm>
            <a:custGeom>
              <a:avLst/>
              <a:gdLst>
                <a:gd name="connsiteX0" fmla="*/ 0 w 8995"/>
                <a:gd name="connsiteY0" fmla="*/ 102463 h 102462"/>
                <a:gd name="connsiteX1" fmla="*/ 0 w 8995"/>
                <a:gd name="connsiteY1" fmla="*/ 0 h 102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102462">
                  <a:moveTo>
                    <a:pt x="0" y="102463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D95F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0" name="Freeform 1099">
              <a:extLst>
                <a:ext uri="{FF2B5EF4-FFF2-40B4-BE49-F238E27FC236}">
                  <a16:creationId xmlns:a16="http://schemas.microsoft.com/office/drawing/2014/main" id="{9281AB17-1740-F511-DE7E-995899723019}"/>
                </a:ext>
              </a:extLst>
            </p:cNvPr>
            <p:cNvSpPr/>
            <p:nvPr/>
          </p:nvSpPr>
          <p:spPr>
            <a:xfrm>
              <a:off x="6508443" y="4032255"/>
              <a:ext cx="8995" cy="140245"/>
            </a:xfrm>
            <a:custGeom>
              <a:avLst/>
              <a:gdLst>
                <a:gd name="connsiteX0" fmla="*/ 0 w 8995"/>
                <a:gd name="connsiteY0" fmla="*/ 140245 h 140245"/>
                <a:gd name="connsiteX1" fmla="*/ 0 w 8995"/>
                <a:gd name="connsiteY1" fmla="*/ 0 h 14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140245">
                  <a:moveTo>
                    <a:pt x="0" y="140245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7570B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1" name="Freeform 1100">
              <a:extLst>
                <a:ext uri="{FF2B5EF4-FFF2-40B4-BE49-F238E27FC236}">
                  <a16:creationId xmlns:a16="http://schemas.microsoft.com/office/drawing/2014/main" id="{18CF1E83-35E5-8300-CEA4-581C7DB56C61}"/>
                </a:ext>
              </a:extLst>
            </p:cNvPr>
            <p:cNvSpPr/>
            <p:nvPr/>
          </p:nvSpPr>
          <p:spPr>
            <a:xfrm>
              <a:off x="7032630" y="4107011"/>
              <a:ext cx="8995" cy="104711"/>
            </a:xfrm>
            <a:custGeom>
              <a:avLst/>
              <a:gdLst>
                <a:gd name="connsiteX0" fmla="*/ 0 w 8995"/>
                <a:gd name="connsiteY0" fmla="*/ 104711 h 104711"/>
                <a:gd name="connsiteX1" fmla="*/ 0 w 8995"/>
                <a:gd name="connsiteY1" fmla="*/ 0 h 10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104711">
                  <a:moveTo>
                    <a:pt x="0" y="104711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E7298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2" name="Freeform 1101">
              <a:extLst>
                <a:ext uri="{FF2B5EF4-FFF2-40B4-BE49-F238E27FC236}">
                  <a16:creationId xmlns:a16="http://schemas.microsoft.com/office/drawing/2014/main" id="{03DB5D05-78A2-862A-EB38-EB1FC5A46294}"/>
                </a:ext>
              </a:extLst>
            </p:cNvPr>
            <p:cNvSpPr/>
            <p:nvPr/>
          </p:nvSpPr>
          <p:spPr>
            <a:xfrm>
              <a:off x="7556817" y="4217929"/>
              <a:ext cx="8995" cy="42730"/>
            </a:xfrm>
            <a:custGeom>
              <a:avLst/>
              <a:gdLst>
                <a:gd name="connsiteX0" fmla="*/ 0 w 8995"/>
                <a:gd name="connsiteY0" fmla="*/ 42730 h 42730"/>
                <a:gd name="connsiteX1" fmla="*/ 0 w 8995"/>
                <a:gd name="connsiteY1" fmla="*/ 0 h 42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42730">
                  <a:moveTo>
                    <a:pt x="0" y="42730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66A61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id="{8889D4AE-3F03-B579-84F5-21AFC00437D0}"/>
                </a:ext>
              </a:extLst>
            </p:cNvPr>
            <p:cNvSpPr/>
            <p:nvPr/>
          </p:nvSpPr>
          <p:spPr>
            <a:xfrm>
              <a:off x="8081004" y="4188063"/>
              <a:ext cx="8995" cy="51096"/>
            </a:xfrm>
            <a:custGeom>
              <a:avLst/>
              <a:gdLst>
                <a:gd name="connsiteX0" fmla="*/ 0 w 8995"/>
                <a:gd name="connsiteY0" fmla="*/ 51096 h 51096"/>
                <a:gd name="connsiteX1" fmla="*/ 0 w 8995"/>
                <a:gd name="connsiteY1" fmla="*/ 0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51096">
                  <a:moveTo>
                    <a:pt x="0" y="51096"/>
                  </a:moveTo>
                  <a:lnTo>
                    <a:pt x="0" y="0"/>
                  </a:lnTo>
                </a:path>
              </a:pathLst>
            </a:custGeom>
            <a:ln w="9626" cap="flat">
              <a:solidFill>
                <a:srgbClr val="E6AB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id="{5CADB086-B318-850E-7547-0CB0A727089E}"/>
                </a:ext>
              </a:extLst>
            </p:cNvPr>
            <p:cNvSpPr/>
            <p:nvPr/>
          </p:nvSpPr>
          <p:spPr>
            <a:xfrm>
              <a:off x="5434520" y="4131839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-1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-1" y="39658"/>
                    <a:pt x="-1" y="25548"/>
                  </a:cubicBezTo>
                  <a:cubicBezTo>
                    <a:pt x="-1" y="11438"/>
                    <a:pt x="11438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1B9E77"/>
            </a:solidFill>
            <a:ln w="12774" cap="rnd">
              <a:solidFill>
                <a:srgbClr val="1B9E7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id="{D311E9EA-0612-F203-6A67-DEEB523332D8}"/>
                </a:ext>
              </a:extLst>
            </p:cNvPr>
            <p:cNvSpPr/>
            <p:nvPr/>
          </p:nvSpPr>
          <p:spPr>
            <a:xfrm>
              <a:off x="5958707" y="4135528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0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0" y="39658"/>
                    <a:pt x="0" y="25548"/>
                  </a:cubicBezTo>
                  <a:cubicBezTo>
                    <a:pt x="0" y="11438"/>
                    <a:pt x="11438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D95F02"/>
            </a:solidFill>
            <a:ln w="12774" cap="rnd">
              <a:solidFill>
                <a:srgbClr val="D95F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id="{92621C27-F1DA-32BC-B755-14FA2DFD29E2}"/>
                </a:ext>
              </a:extLst>
            </p:cNvPr>
            <p:cNvSpPr/>
            <p:nvPr/>
          </p:nvSpPr>
          <p:spPr>
            <a:xfrm>
              <a:off x="6482894" y="4050697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-1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-1" y="39658"/>
                    <a:pt x="-1" y="25548"/>
                  </a:cubicBezTo>
                  <a:cubicBezTo>
                    <a:pt x="-1" y="11438"/>
                    <a:pt x="11437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7570B3"/>
            </a:solidFill>
            <a:ln w="12774" cap="rnd">
              <a:solidFill>
                <a:srgbClr val="7570B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7" name="Freeform 1106">
              <a:extLst>
                <a:ext uri="{FF2B5EF4-FFF2-40B4-BE49-F238E27FC236}">
                  <a16:creationId xmlns:a16="http://schemas.microsoft.com/office/drawing/2014/main" id="{03B103F4-A1C7-30A6-5FC0-29B2C9996392}"/>
                </a:ext>
              </a:extLst>
            </p:cNvPr>
            <p:cNvSpPr/>
            <p:nvPr/>
          </p:nvSpPr>
          <p:spPr>
            <a:xfrm>
              <a:off x="7007082" y="4118615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-1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-1" y="39658"/>
                    <a:pt x="-1" y="25548"/>
                  </a:cubicBezTo>
                  <a:cubicBezTo>
                    <a:pt x="-1" y="11438"/>
                    <a:pt x="11438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E7298A"/>
            </a:solidFill>
            <a:ln w="12774" cap="rnd">
              <a:solidFill>
                <a:srgbClr val="E7298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8" name="Freeform 1107">
              <a:extLst>
                <a:ext uri="{FF2B5EF4-FFF2-40B4-BE49-F238E27FC236}">
                  <a16:creationId xmlns:a16="http://schemas.microsoft.com/office/drawing/2014/main" id="{8450CFAB-04FE-378C-9E4F-978C460F3E8F}"/>
                </a:ext>
              </a:extLst>
            </p:cNvPr>
            <p:cNvSpPr/>
            <p:nvPr/>
          </p:nvSpPr>
          <p:spPr>
            <a:xfrm>
              <a:off x="7531269" y="4211093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0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0" y="39658"/>
                    <a:pt x="0" y="25548"/>
                  </a:cubicBezTo>
                  <a:cubicBezTo>
                    <a:pt x="0" y="11438"/>
                    <a:pt x="11438" y="0"/>
                    <a:pt x="25548" y="0"/>
                  </a:cubicBezTo>
                  <a:cubicBezTo>
                    <a:pt x="39658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66A61E"/>
            </a:solidFill>
            <a:ln w="12774" cap="rnd">
              <a:solidFill>
                <a:srgbClr val="66A61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9" name="Freeform 1108">
              <a:extLst>
                <a:ext uri="{FF2B5EF4-FFF2-40B4-BE49-F238E27FC236}">
                  <a16:creationId xmlns:a16="http://schemas.microsoft.com/office/drawing/2014/main" id="{E04EF1B3-808C-78FE-FCA2-F07AF30F4187}"/>
                </a:ext>
              </a:extLst>
            </p:cNvPr>
            <p:cNvSpPr/>
            <p:nvPr/>
          </p:nvSpPr>
          <p:spPr>
            <a:xfrm>
              <a:off x="8055456" y="4184285"/>
              <a:ext cx="51096" cy="51096"/>
            </a:xfrm>
            <a:custGeom>
              <a:avLst/>
              <a:gdLst>
                <a:gd name="connsiteX0" fmla="*/ 51096 w 51096"/>
                <a:gd name="connsiteY0" fmla="*/ 25548 h 51096"/>
                <a:gd name="connsiteX1" fmla="*/ 25548 w 51096"/>
                <a:gd name="connsiteY1" fmla="*/ 51096 h 51096"/>
                <a:gd name="connsiteX2" fmla="*/ -1 w 51096"/>
                <a:gd name="connsiteY2" fmla="*/ 25548 h 51096"/>
                <a:gd name="connsiteX3" fmla="*/ 25548 w 51096"/>
                <a:gd name="connsiteY3" fmla="*/ 0 h 51096"/>
                <a:gd name="connsiteX4" fmla="*/ 51096 w 51096"/>
                <a:gd name="connsiteY4" fmla="*/ 25548 h 5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6" h="51096">
                  <a:moveTo>
                    <a:pt x="51096" y="25548"/>
                  </a:moveTo>
                  <a:cubicBezTo>
                    <a:pt x="51096" y="39658"/>
                    <a:pt x="39658" y="51096"/>
                    <a:pt x="25548" y="51096"/>
                  </a:cubicBezTo>
                  <a:cubicBezTo>
                    <a:pt x="11438" y="51096"/>
                    <a:pt x="-1" y="39658"/>
                    <a:pt x="-1" y="25548"/>
                  </a:cubicBezTo>
                  <a:cubicBezTo>
                    <a:pt x="-1" y="11438"/>
                    <a:pt x="11437" y="0"/>
                    <a:pt x="25548" y="0"/>
                  </a:cubicBezTo>
                  <a:cubicBezTo>
                    <a:pt x="39657" y="0"/>
                    <a:pt x="51096" y="11438"/>
                    <a:pt x="51096" y="25548"/>
                  </a:cubicBezTo>
                  <a:close/>
                </a:path>
              </a:pathLst>
            </a:custGeom>
            <a:solidFill>
              <a:srgbClr val="E6AB02"/>
            </a:solidFill>
            <a:ln w="12774" cap="rnd">
              <a:solidFill>
                <a:srgbClr val="E6AB0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10" name="Graphic 4">
            <a:extLst>
              <a:ext uri="{FF2B5EF4-FFF2-40B4-BE49-F238E27FC236}">
                <a16:creationId xmlns:a16="http://schemas.microsoft.com/office/drawing/2014/main" id="{11325DCB-99B7-6E9B-D3B7-B530ABEBEA5E}"/>
              </a:ext>
            </a:extLst>
          </p:cNvPr>
          <p:cNvGrpSpPr/>
          <p:nvPr/>
        </p:nvGrpSpPr>
        <p:grpSpPr>
          <a:xfrm>
            <a:off x="4525988" y="3529034"/>
            <a:ext cx="3869510" cy="2111158"/>
            <a:chOff x="4525988" y="3529034"/>
            <a:chExt cx="3869510" cy="2111158"/>
          </a:xfrm>
        </p:grpSpPr>
        <p:sp>
          <p:nvSpPr>
            <p:cNvPr id="1111" name="Freeform 1110">
              <a:extLst>
                <a:ext uri="{FF2B5EF4-FFF2-40B4-BE49-F238E27FC236}">
                  <a16:creationId xmlns:a16="http://schemas.microsoft.com/office/drawing/2014/main" id="{4E1B85DA-B55C-5B50-2C9A-CDA1A4375A0F}"/>
                </a:ext>
              </a:extLst>
            </p:cNvPr>
            <p:cNvSpPr/>
            <p:nvPr/>
          </p:nvSpPr>
          <p:spPr>
            <a:xfrm>
              <a:off x="5145574" y="3777493"/>
              <a:ext cx="8995" cy="1508781"/>
            </a:xfrm>
            <a:custGeom>
              <a:avLst/>
              <a:gdLst>
                <a:gd name="connsiteX0" fmla="*/ 0 w 8995"/>
                <a:gd name="connsiteY0" fmla="*/ 1508781 h 1508781"/>
                <a:gd name="connsiteX1" fmla="*/ 0 w 8995"/>
                <a:gd name="connsiteY1" fmla="*/ 0 h 150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1508781">
                  <a:moveTo>
                    <a:pt x="0" y="1508781"/>
                  </a:moveTo>
                  <a:lnTo>
                    <a:pt x="0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3A661274-2FC5-B599-E475-0D2722FF7CA5}"/>
                </a:ext>
              </a:extLst>
            </p:cNvPr>
            <p:cNvSpPr txBox="1"/>
            <p:nvPr/>
          </p:nvSpPr>
          <p:spPr>
            <a:xfrm>
              <a:off x="4690073" y="4915805"/>
              <a:ext cx="48873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1e+01</a:t>
              </a:r>
            </a:p>
          </p:txBody>
        </p:sp>
        <p:sp>
          <p:nvSpPr>
            <p:cNvPr id="1113" name="TextBox 1112">
              <a:extLst>
                <a:ext uri="{FF2B5EF4-FFF2-40B4-BE49-F238E27FC236}">
                  <a16:creationId xmlns:a16="http://schemas.microsoft.com/office/drawing/2014/main" id="{3B3F3C44-3C71-1D65-263B-3915500A5370}"/>
                </a:ext>
              </a:extLst>
            </p:cNvPr>
            <p:cNvSpPr txBox="1"/>
            <p:nvPr/>
          </p:nvSpPr>
          <p:spPr>
            <a:xfrm>
              <a:off x="4690073" y="4523947"/>
              <a:ext cx="48873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1e+03</a:t>
              </a:r>
            </a:p>
          </p:txBody>
        </p:sp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AADD7D06-BB03-924E-BC18-EDFB13C6BE2E}"/>
                </a:ext>
              </a:extLst>
            </p:cNvPr>
            <p:cNvSpPr txBox="1"/>
            <p:nvPr/>
          </p:nvSpPr>
          <p:spPr>
            <a:xfrm>
              <a:off x="4690073" y="4132088"/>
              <a:ext cx="48873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1e+05</a:t>
              </a:r>
            </a:p>
          </p:txBody>
        </p:sp>
        <p:sp>
          <p:nvSpPr>
            <p:cNvPr id="1115" name="TextBox 1114">
              <a:extLst>
                <a:ext uri="{FF2B5EF4-FFF2-40B4-BE49-F238E27FC236}">
                  <a16:creationId xmlns:a16="http://schemas.microsoft.com/office/drawing/2014/main" id="{8DBDC236-522A-0E3D-9334-4C13F2A24192}"/>
                </a:ext>
              </a:extLst>
            </p:cNvPr>
            <p:cNvSpPr txBox="1"/>
            <p:nvPr/>
          </p:nvSpPr>
          <p:spPr>
            <a:xfrm>
              <a:off x="4690073" y="3740140"/>
              <a:ext cx="488738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1e+07</a:t>
              </a:r>
            </a:p>
          </p:txBody>
        </p:sp>
        <p:sp>
          <p:nvSpPr>
            <p:cNvPr id="1116" name="Freeform 1115">
              <a:extLst>
                <a:ext uri="{FF2B5EF4-FFF2-40B4-BE49-F238E27FC236}">
                  <a16:creationId xmlns:a16="http://schemas.microsoft.com/office/drawing/2014/main" id="{B03D1F22-8E0C-239C-DEB1-D38758A72D6F}"/>
                </a:ext>
              </a:extLst>
            </p:cNvPr>
            <p:cNvSpPr/>
            <p:nvPr/>
          </p:nvSpPr>
          <p:spPr>
            <a:xfrm>
              <a:off x="5114268" y="5021707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7" name="Freeform 1116">
              <a:extLst>
                <a:ext uri="{FF2B5EF4-FFF2-40B4-BE49-F238E27FC236}">
                  <a16:creationId xmlns:a16="http://schemas.microsoft.com/office/drawing/2014/main" id="{D3FD6762-CA59-A705-6992-20EBE1D382E7}"/>
                </a:ext>
              </a:extLst>
            </p:cNvPr>
            <p:cNvSpPr/>
            <p:nvPr/>
          </p:nvSpPr>
          <p:spPr>
            <a:xfrm>
              <a:off x="5114268" y="4629849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8" name="Freeform 1117">
              <a:extLst>
                <a:ext uri="{FF2B5EF4-FFF2-40B4-BE49-F238E27FC236}">
                  <a16:creationId xmlns:a16="http://schemas.microsoft.com/office/drawing/2014/main" id="{4AB799D6-2CF6-CC36-02E6-FD7F5135FF04}"/>
                </a:ext>
              </a:extLst>
            </p:cNvPr>
            <p:cNvSpPr/>
            <p:nvPr/>
          </p:nvSpPr>
          <p:spPr>
            <a:xfrm>
              <a:off x="5114268" y="4237990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9" name="Freeform 1118">
              <a:extLst>
                <a:ext uri="{FF2B5EF4-FFF2-40B4-BE49-F238E27FC236}">
                  <a16:creationId xmlns:a16="http://schemas.microsoft.com/office/drawing/2014/main" id="{51AF4F3C-A04D-DE58-7342-9834E0D22B0C}"/>
                </a:ext>
              </a:extLst>
            </p:cNvPr>
            <p:cNvSpPr/>
            <p:nvPr/>
          </p:nvSpPr>
          <p:spPr>
            <a:xfrm>
              <a:off x="5114268" y="3846132"/>
              <a:ext cx="31305" cy="8995"/>
            </a:xfrm>
            <a:custGeom>
              <a:avLst/>
              <a:gdLst>
                <a:gd name="connsiteX0" fmla="*/ 0 w 31305"/>
                <a:gd name="connsiteY0" fmla="*/ 0 h 8995"/>
                <a:gd name="connsiteX1" fmla="*/ 31306 w 31305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05" h="8995">
                  <a:moveTo>
                    <a:pt x="0" y="0"/>
                  </a:moveTo>
                  <a:lnTo>
                    <a:pt x="31306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0" name="Freeform 1119">
              <a:extLst>
                <a:ext uri="{FF2B5EF4-FFF2-40B4-BE49-F238E27FC236}">
                  <a16:creationId xmlns:a16="http://schemas.microsoft.com/office/drawing/2014/main" id="{6F4B7BE8-F498-652F-A364-6C01DA97A28C}"/>
                </a:ext>
              </a:extLst>
            </p:cNvPr>
            <p:cNvSpPr/>
            <p:nvPr/>
          </p:nvSpPr>
          <p:spPr>
            <a:xfrm>
              <a:off x="5145574" y="5286275"/>
              <a:ext cx="3249924" cy="8995"/>
            </a:xfrm>
            <a:custGeom>
              <a:avLst/>
              <a:gdLst>
                <a:gd name="connsiteX0" fmla="*/ 0 w 3249924"/>
                <a:gd name="connsiteY0" fmla="*/ 0 h 8995"/>
                <a:gd name="connsiteX1" fmla="*/ 3249925 w 3249924"/>
                <a:gd name="connsiteY1" fmla="*/ 0 h 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49924" h="8995">
                  <a:moveTo>
                    <a:pt x="0" y="0"/>
                  </a:moveTo>
                  <a:lnTo>
                    <a:pt x="3249925" y="0"/>
                  </a:lnTo>
                </a:path>
              </a:pathLst>
            </a:custGeom>
            <a:noFill/>
            <a:ln w="9626" cap="sq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1" name="Freeform 1120">
              <a:extLst>
                <a:ext uri="{FF2B5EF4-FFF2-40B4-BE49-F238E27FC236}">
                  <a16:creationId xmlns:a16="http://schemas.microsoft.com/office/drawing/2014/main" id="{6F6B098C-4756-20DC-602B-8B81E990FC42}"/>
                </a:ext>
              </a:extLst>
            </p:cNvPr>
            <p:cNvSpPr/>
            <p:nvPr/>
          </p:nvSpPr>
          <p:spPr>
            <a:xfrm>
              <a:off x="5460068" y="52862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2" name="Freeform 1121">
              <a:extLst>
                <a:ext uri="{FF2B5EF4-FFF2-40B4-BE49-F238E27FC236}">
                  <a16:creationId xmlns:a16="http://schemas.microsoft.com/office/drawing/2014/main" id="{6670390A-E515-431B-078F-AD29A68A3A70}"/>
                </a:ext>
              </a:extLst>
            </p:cNvPr>
            <p:cNvSpPr/>
            <p:nvPr/>
          </p:nvSpPr>
          <p:spPr>
            <a:xfrm>
              <a:off x="5984255" y="52862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3" name="Freeform 1122">
              <a:extLst>
                <a:ext uri="{FF2B5EF4-FFF2-40B4-BE49-F238E27FC236}">
                  <a16:creationId xmlns:a16="http://schemas.microsoft.com/office/drawing/2014/main" id="{0F133440-9E5E-30E4-D293-BC6D22624E14}"/>
                </a:ext>
              </a:extLst>
            </p:cNvPr>
            <p:cNvSpPr/>
            <p:nvPr/>
          </p:nvSpPr>
          <p:spPr>
            <a:xfrm>
              <a:off x="6508443" y="52862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4" name="Freeform 1123">
              <a:extLst>
                <a:ext uri="{FF2B5EF4-FFF2-40B4-BE49-F238E27FC236}">
                  <a16:creationId xmlns:a16="http://schemas.microsoft.com/office/drawing/2014/main" id="{57FBF53E-9862-B757-4609-380137F1A1F8}"/>
                </a:ext>
              </a:extLst>
            </p:cNvPr>
            <p:cNvSpPr/>
            <p:nvPr/>
          </p:nvSpPr>
          <p:spPr>
            <a:xfrm>
              <a:off x="7032630" y="52862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5" name="Freeform 1124">
              <a:extLst>
                <a:ext uri="{FF2B5EF4-FFF2-40B4-BE49-F238E27FC236}">
                  <a16:creationId xmlns:a16="http://schemas.microsoft.com/office/drawing/2014/main" id="{6BD71E2D-505B-9559-D4F9-CFBB6362ACE7}"/>
                </a:ext>
              </a:extLst>
            </p:cNvPr>
            <p:cNvSpPr/>
            <p:nvPr/>
          </p:nvSpPr>
          <p:spPr>
            <a:xfrm>
              <a:off x="7556817" y="52862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6" name="Freeform 1125">
              <a:extLst>
                <a:ext uri="{FF2B5EF4-FFF2-40B4-BE49-F238E27FC236}">
                  <a16:creationId xmlns:a16="http://schemas.microsoft.com/office/drawing/2014/main" id="{EEEB3B88-4986-0A92-E676-7391BB7BB847}"/>
                </a:ext>
              </a:extLst>
            </p:cNvPr>
            <p:cNvSpPr/>
            <p:nvPr/>
          </p:nvSpPr>
          <p:spPr>
            <a:xfrm>
              <a:off x="8081004" y="5286275"/>
              <a:ext cx="8995" cy="31395"/>
            </a:xfrm>
            <a:custGeom>
              <a:avLst/>
              <a:gdLst>
                <a:gd name="connsiteX0" fmla="*/ 0 w 8995"/>
                <a:gd name="connsiteY0" fmla="*/ 31395 h 31395"/>
                <a:gd name="connsiteX1" fmla="*/ 0 w 8995"/>
                <a:gd name="connsiteY1" fmla="*/ 0 h 3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95" h="31395">
                  <a:moveTo>
                    <a:pt x="0" y="31395"/>
                  </a:moveTo>
                  <a:lnTo>
                    <a:pt x="0" y="0"/>
                  </a:lnTo>
                </a:path>
              </a:pathLst>
            </a:custGeom>
            <a:noFill/>
            <a:ln w="9626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7" name="TextBox 1126">
              <a:extLst>
                <a:ext uri="{FF2B5EF4-FFF2-40B4-BE49-F238E27FC236}">
                  <a16:creationId xmlns:a16="http://schemas.microsoft.com/office/drawing/2014/main" id="{38A8AC7F-F735-90AA-C407-1FAFA2F1B99E}"/>
                </a:ext>
              </a:extLst>
            </p:cNvPr>
            <p:cNvSpPr txBox="1"/>
            <p:nvPr/>
          </p:nvSpPr>
          <p:spPr>
            <a:xfrm>
              <a:off x="5332645" y="5277348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1128" name="TextBox 1127">
              <a:extLst>
                <a:ext uri="{FF2B5EF4-FFF2-40B4-BE49-F238E27FC236}">
                  <a16:creationId xmlns:a16="http://schemas.microsoft.com/office/drawing/2014/main" id="{7FD9EDA8-26C0-6C61-D30D-4BADBB76CDC7}"/>
                </a:ext>
              </a:extLst>
            </p:cNvPr>
            <p:cNvSpPr txBox="1"/>
            <p:nvPr/>
          </p:nvSpPr>
          <p:spPr>
            <a:xfrm>
              <a:off x="5856832" y="5277348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1129" name="TextBox 1128">
              <a:extLst>
                <a:ext uri="{FF2B5EF4-FFF2-40B4-BE49-F238E27FC236}">
                  <a16:creationId xmlns:a16="http://schemas.microsoft.com/office/drawing/2014/main" id="{5DC70736-D78D-04F8-B4FE-30A8EEE9B623}"/>
                </a:ext>
              </a:extLst>
            </p:cNvPr>
            <p:cNvSpPr txBox="1"/>
            <p:nvPr/>
          </p:nvSpPr>
          <p:spPr>
            <a:xfrm>
              <a:off x="6376521" y="5277348"/>
              <a:ext cx="263842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1130" name="TextBox 1129">
              <a:extLst>
                <a:ext uri="{FF2B5EF4-FFF2-40B4-BE49-F238E27FC236}">
                  <a16:creationId xmlns:a16="http://schemas.microsoft.com/office/drawing/2014/main" id="{41F466CF-3381-D045-6436-40F8A582FA75}"/>
                </a:ext>
              </a:extLst>
            </p:cNvPr>
            <p:cNvSpPr txBox="1"/>
            <p:nvPr/>
          </p:nvSpPr>
          <p:spPr>
            <a:xfrm>
              <a:off x="6900709" y="5277348"/>
              <a:ext cx="263842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</a:t>
              </a:r>
            </a:p>
          </p:txBody>
        </p:sp>
        <p:sp>
          <p:nvSpPr>
            <p:cNvPr id="1131" name="TextBox 1130">
              <a:extLst>
                <a:ext uri="{FF2B5EF4-FFF2-40B4-BE49-F238E27FC236}">
                  <a16:creationId xmlns:a16="http://schemas.microsoft.com/office/drawing/2014/main" id="{35022FD2-E8D9-6EA6-E9F6-5748DF11D79A}"/>
                </a:ext>
              </a:extLst>
            </p:cNvPr>
            <p:cNvSpPr txBox="1"/>
            <p:nvPr/>
          </p:nvSpPr>
          <p:spPr>
            <a:xfrm>
              <a:off x="7429394" y="5277348"/>
              <a:ext cx="254846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132" name="TextBox 1131">
              <a:extLst>
                <a:ext uri="{FF2B5EF4-FFF2-40B4-BE49-F238E27FC236}">
                  <a16:creationId xmlns:a16="http://schemas.microsoft.com/office/drawing/2014/main" id="{E7E4E0BF-42BF-49F7-DE22-291D7FEEB049}"/>
                </a:ext>
              </a:extLst>
            </p:cNvPr>
            <p:cNvSpPr txBox="1"/>
            <p:nvPr/>
          </p:nvSpPr>
          <p:spPr>
            <a:xfrm>
              <a:off x="7958079" y="5277348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</a:t>
              </a:r>
            </a:p>
          </p:txBody>
        </p:sp>
        <p:sp>
          <p:nvSpPr>
            <p:cNvPr id="1133" name="TextBox 1132">
              <a:extLst>
                <a:ext uri="{FF2B5EF4-FFF2-40B4-BE49-F238E27FC236}">
                  <a16:creationId xmlns:a16="http://schemas.microsoft.com/office/drawing/2014/main" id="{C779FEAF-8996-8C01-D7B7-45D986477C15}"/>
                </a:ext>
              </a:extLst>
            </p:cNvPr>
            <p:cNvSpPr txBox="1"/>
            <p:nvPr/>
          </p:nvSpPr>
          <p:spPr>
            <a:xfrm>
              <a:off x="6467649" y="5404819"/>
              <a:ext cx="605684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Method</a:t>
              </a:r>
            </a:p>
          </p:txBody>
        </p:sp>
        <p:sp>
          <p:nvSpPr>
            <p:cNvPr id="1134" name="TextBox 1133">
              <a:extLst>
                <a:ext uri="{FF2B5EF4-FFF2-40B4-BE49-F238E27FC236}">
                  <a16:creationId xmlns:a16="http://schemas.microsoft.com/office/drawing/2014/main" id="{3D02CB96-7BF8-80A8-D9E8-00ECB4A42473}"/>
                </a:ext>
              </a:extLst>
            </p:cNvPr>
            <p:cNvSpPr txBox="1"/>
            <p:nvPr/>
          </p:nvSpPr>
          <p:spPr>
            <a:xfrm rot="-5400000">
              <a:off x="3896010" y="4414197"/>
              <a:ext cx="1568238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Starting quantity (GE/uL)</a:t>
              </a:r>
            </a:p>
          </p:txBody>
        </p:sp>
        <p:sp>
          <p:nvSpPr>
            <p:cNvPr id="1135" name="TextBox 1134">
              <a:extLst>
                <a:ext uri="{FF2B5EF4-FFF2-40B4-BE49-F238E27FC236}">
                  <a16:creationId xmlns:a16="http://schemas.microsoft.com/office/drawing/2014/main" id="{BFF7EFD0-2FC1-B9E0-91BA-24BA32335078}"/>
                </a:ext>
              </a:extLst>
            </p:cNvPr>
            <p:cNvSpPr txBox="1"/>
            <p:nvPr/>
          </p:nvSpPr>
          <p:spPr>
            <a:xfrm>
              <a:off x="4525988" y="3529034"/>
              <a:ext cx="272838" cy="23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</p:grpSp>
      <p:grpSp>
        <p:nvGrpSpPr>
          <p:cNvPr id="6" name="Graphic 4">
            <a:extLst>
              <a:ext uri="{FF2B5EF4-FFF2-40B4-BE49-F238E27FC236}">
                <a16:creationId xmlns:a16="http://schemas.microsoft.com/office/drawing/2014/main" id="{3FE95FAD-29F0-2639-DD01-C941433E2AF6}"/>
              </a:ext>
            </a:extLst>
          </p:cNvPr>
          <p:cNvGrpSpPr/>
          <p:nvPr/>
        </p:nvGrpSpPr>
        <p:grpSpPr>
          <a:xfrm>
            <a:off x="1600821" y="541092"/>
            <a:ext cx="2900256" cy="2573707"/>
            <a:chOff x="1608772" y="258912"/>
            <a:chExt cx="2900256" cy="2573707"/>
          </a:xfrm>
        </p:grpSpPr>
        <p:grpSp>
          <p:nvGrpSpPr>
            <p:cNvPr id="7" name="Graphic 4">
              <a:extLst>
                <a:ext uri="{FF2B5EF4-FFF2-40B4-BE49-F238E27FC236}">
                  <a16:creationId xmlns:a16="http://schemas.microsoft.com/office/drawing/2014/main" id="{3BE91049-726B-477B-2D15-C39E76983EDB}"/>
                </a:ext>
              </a:extLst>
            </p:cNvPr>
            <p:cNvGrpSpPr/>
            <p:nvPr/>
          </p:nvGrpSpPr>
          <p:grpSpPr>
            <a:xfrm>
              <a:off x="1608772" y="258912"/>
              <a:ext cx="924771" cy="163724"/>
              <a:chOff x="1608772" y="258912"/>
              <a:chExt cx="924771" cy="163724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CCD9CFA-679A-4941-1C4D-25AB6E037295}"/>
                  </a:ext>
                </a:extLst>
              </p:cNvPr>
              <p:cNvSpPr/>
              <p:nvPr/>
            </p:nvSpPr>
            <p:spPr>
              <a:xfrm>
                <a:off x="1608772" y="258912"/>
                <a:ext cx="924771" cy="163724"/>
              </a:xfrm>
              <a:custGeom>
                <a:avLst/>
                <a:gdLst>
                  <a:gd name="connsiteX0" fmla="*/ 0 w 924771"/>
                  <a:gd name="connsiteY0" fmla="*/ 0 h 163724"/>
                  <a:gd name="connsiteX1" fmla="*/ 924772 w 924771"/>
                  <a:gd name="connsiteY1" fmla="*/ 0 h 163724"/>
                  <a:gd name="connsiteX2" fmla="*/ 924772 w 924771"/>
                  <a:gd name="connsiteY2" fmla="*/ 163724 h 163724"/>
                  <a:gd name="connsiteX3" fmla="*/ 0 w 924771"/>
                  <a:gd name="connsiteY3" fmla="*/ 163724 h 163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4771" h="163724">
                    <a:moveTo>
                      <a:pt x="0" y="0"/>
                    </a:moveTo>
                    <a:lnTo>
                      <a:pt x="924772" y="0"/>
                    </a:lnTo>
                    <a:lnTo>
                      <a:pt x="924772" y="163724"/>
                    </a:lnTo>
                    <a:lnTo>
                      <a:pt x="0" y="163724"/>
                    </a:lnTo>
                    <a:close/>
                  </a:path>
                </a:pathLst>
              </a:custGeom>
              <a:solidFill>
                <a:srgbClr val="1B9E77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C319A7-E537-922E-6D88-5ED7FE0B4D49}"/>
                  </a:ext>
                </a:extLst>
              </p:cNvPr>
              <p:cNvSpPr txBox="1"/>
              <p:nvPr/>
            </p:nvSpPr>
            <p:spPr>
              <a:xfrm>
                <a:off x="1943735" y="234782"/>
                <a:ext cx="254846" cy="217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</a:t>
                </a:r>
              </a:p>
            </p:txBody>
          </p:sp>
        </p:grpSp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2FAFB79A-5B85-A851-B1F5-1B38BD37355F}"/>
                </a:ext>
              </a:extLst>
            </p:cNvPr>
            <p:cNvGrpSpPr/>
            <p:nvPr/>
          </p:nvGrpSpPr>
          <p:grpSpPr>
            <a:xfrm>
              <a:off x="2596515" y="258912"/>
              <a:ext cx="924771" cy="163724"/>
              <a:chOff x="2596515" y="258912"/>
              <a:chExt cx="924771" cy="163724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06507B5-095F-7B47-BA88-4509940BB526}"/>
                  </a:ext>
                </a:extLst>
              </p:cNvPr>
              <p:cNvSpPr/>
              <p:nvPr/>
            </p:nvSpPr>
            <p:spPr>
              <a:xfrm>
                <a:off x="2596515" y="258912"/>
                <a:ext cx="924771" cy="163724"/>
              </a:xfrm>
              <a:custGeom>
                <a:avLst/>
                <a:gdLst>
                  <a:gd name="connsiteX0" fmla="*/ 0 w 924771"/>
                  <a:gd name="connsiteY0" fmla="*/ 0 h 163724"/>
                  <a:gd name="connsiteX1" fmla="*/ 924772 w 924771"/>
                  <a:gd name="connsiteY1" fmla="*/ 0 h 163724"/>
                  <a:gd name="connsiteX2" fmla="*/ 924772 w 924771"/>
                  <a:gd name="connsiteY2" fmla="*/ 163724 h 163724"/>
                  <a:gd name="connsiteX3" fmla="*/ 0 w 924771"/>
                  <a:gd name="connsiteY3" fmla="*/ 163724 h 163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4771" h="163724">
                    <a:moveTo>
                      <a:pt x="0" y="0"/>
                    </a:moveTo>
                    <a:lnTo>
                      <a:pt x="924772" y="0"/>
                    </a:lnTo>
                    <a:lnTo>
                      <a:pt x="924772" y="163724"/>
                    </a:lnTo>
                    <a:lnTo>
                      <a:pt x="0" y="163724"/>
                    </a:lnTo>
                    <a:close/>
                  </a:path>
                </a:pathLst>
              </a:custGeom>
              <a:solidFill>
                <a:srgbClr val="7570B3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6C9242-4F28-787B-B83A-D144C96BA23F}"/>
                  </a:ext>
                </a:extLst>
              </p:cNvPr>
              <p:cNvSpPr txBox="1"/>
              <p:nvPr/>
            </p:nvSpPr>
            <p:spPr>
              <a:xfrm>
                <a:off x="2928778" y="234782"/>
                <a:ext cx="263842" cy="217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</a:t>
                </a:r>
              </a:p>
            </p:txBody>
          </p:sp>
        </p:grp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8823535E-AEB9-EFCC-2360-64DDC8769492}"/>
                </a:ext>
              </a:extLst>
            </p:cNvPr>
            <p:cNvGrpSpPr/>
            <p:nvPr/>
          </p:nvGrpSpPr>
          <p:grpSpPr>
            <a:xfrm>
              <a:off x="3584257" y="258912"/>
              <a:ext cx="924771" cy="163724"/>
              <a:chOff x="3584257" y="258912"/>
              <a:chExt cx="924771" cy="163724"/>
            </a:xfrm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B40735B-3CCD-5A6F-DF14-BED38F05E243}"/>
                  </a:ext>
                </a:extLst>
              </p:cNvPr>
              <p:cNvSpPr/>
              <p:nvPr/>
            </p:nvSpPr>
            <p:spPr>
              <a:xfrm>
                <a:off x="3584257" y="258912"/>
                <a:ext cx="924771" cy="163724"/>
              </a:xfrm>
              <a:custGeom>
                <a:avLst/>
                <a:gdLst>
                  <a:gd name="connsiteX0" fmla="*/ 0 w 924771"/>
                  <a:gd name="connsiteY0" fmla="*/ 0 h 163724"/>
                  <a:gd name="connsiteX1" fmla="*/ 924772 w 924771"/>
                  <a:gd name="connsiteY1" fmla="*/ 0 h 163724"/>
                  <a:gd name="connsiteX2" fmla="*/ 924772 w 924771"/>
                  <a:gd name="connsiteY2" fmla="*/ 163724 h 163724"/>
                  <a:gd name="connsiteX3" fmla="*/ 0 w 924771"/>
                  <a:gd name="connsiteY3" fmla="*/ 163724 h 163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4771" h="163724">
                    <a:moveTo>
                      <a:pt x="0" y="0"/>
                    </a:moveTo>
                    <a:lnTo>
                      <a:pt x="924772" y="0"/>
                    </a:lnTo>
                    <a:lnTo>
                      <a:pt x="924772" y="163724"/>
                    </a:lnTo>
                    <a:lnTo>
                      <a:pt x="0" y="163724"/>
                    </a:lnTo>
                    <a:close/>
                  </a:path>
                </a:pathLst>
              </a:custGeom>
              <a:solidFill>
                <a:srgbClr val="66A61E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F386AD-31F3-D0E0-1900-ADC7BDF04B1B}"/>
                  </a:ext>
                </a:extLst>
              </p:cNvPr>
              <p:cNvSpPr txBox="1"/>
              <p:nvPr/>
            </p:nvSpPr>
            <p:spPr>
              <a:xfrm>
                <a:off x="3919220" y="234782"/>
                <a:ext cx="254846" cy="217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E</a:t>
                </a:r>
              </a:p>
            </p:txBody>
          </p:sp>
        </p:grpSp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EA48CA8D-6882-67B2-E97F-4C095850FEE6}"/>
                </a:ext>
              </a:extLst>
            </p:cNvPr>
            <p:cNvGrpSpPr/>
            <p:nvPr/>
          </p:nvGrpSpPr>
          <p:grpSpPr>
            <a:xfrm>
              <a:off x="1608772" y="2668896"/>
              <a:ext cx="924771" cy="163724"/>
              <a:chOff x="1608772" y="2668896"/>
              <a:chExt cx="924771" cy="163724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B2736310-BC85-51F4-2F6C-8D2B7AAC6235}"/>
                  </a:ext>
                </a:extLst>
              </p:cNvPr>
              <p:cNvSpPr/>
              <p:nvPr/>
            </p:nvSpPr>
            <p:spPr>
              <a:xfrm>
                <a:off x="1608772" y="2668896"/>
                <a:ext cx="924771" cy="163724"/>
              </a:xfrm>
              <a:custGeom>
                <a:avLst/>
                <a:gdLst>
                  <a:gd name="connsiteX0" fmla="*/ 0 w 924771"/>
                  <a:gd name="connsiteY0" fmla="*/ 0 h 163724"/>
                  <a:gd name="connsiteX1" fmla="*/ 924772 w 924771"/>
                  <a:gd name="connsiteY1" fmla="*/ 0 h 163724"/>
                  <a:gd name="connsiteX2" fmla="*/ 924772 w 924771"/>
                  <a:gd name="connsiteY2" fmla="*/ 163724 h 163724"/>
                  <a:gd name="connsiteX3" fmla="*/ 0 w 924771"/>
                  <a:gd name="connsiteY3" fmla="*/ 163724 h 163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4771" h="163724">
                    <a:moveTo>
                      <a:pt x="0" y="0"/>
                    </a:moveTo>
                    <a:lnTo>
                      <a:pt x="924772" y="0"/>
                    </a:lnTo>
                    <a:lnTo>
                      <a:pt x="924772" y="163724"/>
                    </a:lnTo>
                    <a:lnTo>
                      <a:pt x="0" y="163724"/>
                    </a:lnTo>
                    <a:close/>
                  </a:path>
                </a:pathLst>
              </a:custGeom>
              <a:solidFill>
                <a:srgbClr val="D95F02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0172F0-445E-AB60-39DB-7B4BE3A32AF0}"/>
                  </a:ext>
                </a:extLst>
              </p:cNvPr>
              <p:cNvSpPr txBox="1"/>
              <p:nvPr/>
            </p:nvSpPr>
            <p:spPr>
              <a:xfrm>
                <a:off x="1943735" y="2645666"/>
                <a:ext cx="254846" cy="217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B</a:t>
                </a:r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570166BC-5698-D26C-AFF4-BF1D234723C3}"/>
                </a:ext>
              </a:extLst>
            </p:cNvPr>
            <p:cNvGrpSpPr/>
            <p:nvPr/>
          </p:nvGrpSpPr>
          <p:grpSpPr>
            <a:xfrm>
              <a:off x="2596515" y="2668896"/>
              <a:ext cx="924771" cy="163724"/>
              <a:chOff x="2596515" y="2668896"/>
              <a:chExt cx="924771" cy="163724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FC91F67-DDB3-CA8D-73ED-2F124C8843CC}"/>
                  </a:ext>
                </a:extLst>
              </p:cNvPr>
              <p:cNvSpPr/>
              <p:nvPr/>
            </p:nvSpPr>
            <p:spPr>
              <a:xfrm>
                <a:off x="2596515" y="2668896"/>
                <a:ext cx="924771" cy="163724"/>
              </a:xfrm>
              <a:custGeom>
                <a:avLst/>
                <a:gdLst>
                  <a:gd name="connsiteX0" fmla="*/ 0 w 924771"/>
                  <a:gd name="connsiteY0" fmla="*/ 0 h 163724"/>
                  <a:gd name="connsiteX1" fmla="*/ 924772 w 924771"/>
                  <a:gd name="connsiteY1" fmla="*/ 0 h 163724"/>
                  <a:gd name="connsiteX2" fmla="*/ 924772 w 924771"/>
                  <a:gd name="connsiteY2" fmla="*/ 163724 h 163724"/>
                  <a:gd name="connsiteX3" fmla="*/ 0 w 924771"/>
                  <a:gd name="connsiteY3" fmla="*/ 163724 h 163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4771" h="163724">
                    <a:moveTo>
                      <a:pt x="0" y="0"/>
                    </a:moveTo>
                    <a:lnTo>
                      <a:pt x="924772" y="0"/>
                    </a:lnTo>
                    <a:lnTo>
                      <a:pt x="924772" y="163724"/>
                    </a:lnTo>
                    <a:lnTo>
                      <a:pt x="0" y="163724"/>
                    </a:lnTo>
                    <a:close/>
                  </a:path>
                </a:pathLst>
              </a:custGeom>
              <a:solidFill>
                <a:srgbClr val="E7298A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0B365-5D6A-D947-5F2F-FE87FE67FCA1}"/>
                  </a:ext>
                </a:extLst>
              </p:cNvPr>
              <p:cNvSpPr txBox="1"/>
              <p:nvPr/>
            </p:nvSpPr>
            <p:spPr>
              <a:xfrm>
                <a:off x="2928778" y="2645666"/>
                <a:ext cx="263842" cy="217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</a:t>
                </a:r>
              </a:p>
            </p:txBody>
          </p:sp>
        </p:grp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8F793A8-F1B5-0ECF-4E61-D2E7B6F31EBC}"/>
                </a:ext>
              </a:extLst>
            </p:cNvPr>
            <p:cNvSpPr/>
            <p:nvPr/>
          </p:nvSpPr>
          <p:spPr>
            <a:xfrm>
              <a:off x="3584257" y="2668896"/>
              <a:ext cx="924771" cy="163724"/>
            </a:xfrm>
            <a:custGeom>
              <a:avLst/>
              <a:gdLst>
                <a:gd name="connsiteX0" fmla="*/ 0 w 924771"/>
                <a:gd name="connsiteY0" fmla="*/ 0 h 163724"/>
                <a:gd name="connsiteX1" fmla="*/ 924772 w 924771"/>
                <a:gd name="connsiteY1" fmla="*/ 0 h 163724"/>
                <a:gd name="connsiteX2" fmla="*/ 924772 w 924771"/>
                <a:gd name="connsiteY2" fmla="*/ 163724 h 163724"/>
                <a:gd name="connsiteX3" fmla="*/ 0 w 924771"/>
                <a:gd name="connsiteY3" fmla="*/ 163724 h 163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771" h="163724">
                  <a:moveTo>
                    <a:pt x="0" y="0"/>
                  </a:moveTo>
                  <a:lnTo>
                    <a:pt x="924772" y="0"/>
                  </a:lnTo>
                  <a:lnTo>
                    <a:pt x="924772" y="163724"/>
                  </a:lnTo>
                  <a:lnTo>
                    <a:pt x="0" y="163724"/>
                  </a:lnTo>
                  <a:close/>
                </a:path>
              </a:pathLst>
            </a:custGeom>
            <a:solidFill>
              <a:srgbClr val="E6AB02"/>
            </a:solidFill>
            <a:ln w="9895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F55AE2-53E8-BE53-3A5F-F497E42941D5}"/>
                </a:ext>
              </a:extLst>
            </p:cNvPr>
            <p:cNvSpPr txBox="1"/>
            <p:nvPr/>
          </p:nvSpPr>
          <p:spPr>
            <a:xfrm>
              <a:off x="3955203" y="2645666"/>
              <a:ext cx="245850" cy="217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</a:t>
              </a:r>
            </a:p>
          </p:txBody>
        </p:sp>
      </p:grp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5316AADD-A7FE-3631-8685-D674D81EDB15}"/>
              </a:ext>
            </a:extLst>
          </p:cNvPr>
          <p:cNvGrpSpPr/>
          <p:nvPr/>
        </p:nvGrpSpPr>
        <p:grpSpPr>
          <a:xfrm>
            <a:off x="5211753" y="476293"/>
            <a:ext cx="2923645" cy="771842"/>
            <a:chOff x="5007398" y="1079332"/>
            <a:chExt cx="2923645" cy="77184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F5760D-E3D0-2466-EBD1-38BD9C8703A3}"/>
                </a:ext>
              </a:extLst>
            </p:cNvPr>
            <p:cNvSpPr txBox="1"/>
            <p:nvPr/>
          </p:nvSpPr>
          <p:spPr>
            <a:xfrm>
              <a:off x="4915958" y="1033612"/>
              <a:ext cx="1523259" cy="27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3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Drug Susceptibility</a:t>
              </a: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DE1B66B-1BFF-F8D0-DB31-F5A582259056}"/>
                </a:ext>
              </a:extLst>
            </p:cNvPr>
            <p:cNvSpPr/>
            <p:nvPr/>
          </p:nvSpPr>
          <p:spPr>
            <a:xfrm>
              <a:off x="5007398" y="1325818"/>
              <a:ext cx="169121" cy="169121"/>
            </a:xfrm>
            <a:custGeom>
              <a:avLst/>
              <a:gdLst>
                <a:gd name="connsiteX0" fmla="*/ 0 w 169121"/>
                <a:gd name="connsiteY0" fmla="*/ 0 h 169121"/>
                <a:gd name="connsiteX1" fmla="*/ 169122 w 169121"/>
                <a:gd name="connsiteY1" fmla="*/ 0 h 169121"/>
                <a:gd name="connsiteX2" fmla="*/ 169122 w 169121"/>
                <a:gd name="connsiteY2" fmla="*/ 169122 h 169121"/>
                <a:gd name="connsiteX3" fmla="*/ 0 w 169121"/>
                <a:gd name="connsiteY3" fmla="*/ 169122 h 16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21" h="169121">
                  <a:moveTo>
                    <a:pt x="0" y="0"/>
                  </a:moveTo>
                  <a:lnTo>
                    <a:pt x="169122" y="0"/>
                  </a:lnTo>
                  <a:lnTo>
                    <a:pt x="169122" y="169122"/>
                  </a:lnTo>
                  <a:lnTo>
                    <a:pt x="0" y="169122"/>
                  </a:lnTo>
                  <a:close/>
                </a:path>
              </a:pathLst>
            </a:custGeom>
            <a:solidFill>
              <a:srgbClr val="FFC561"/>
            </a:solidFill>
            <a:ln w="89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FB030C0-3857-0345-EF28-20C6EFB08F6B}"/>
                </a:ext>
              </a:extLst>
            </p:cNvPr>
            <p:cNvSpPr/>
            <p:nvPr/>
          </p:nvSpPr>
          <p:spPr>
            <a:xfrm>
              <a:off x="5007398" y="1497639"/>
              <a:ext cx="169121" cy="169121"/>
            </a:xfrm>
            <a:custGeom>
              <a:avLst/>
              <a:gdLst>
                <a:gd name="connsiteX0" fmla="*/ 0 w 169121"/>
                <a:gd name="connsiteY0" fmla="*/ 0 h 169121"/>
                <a:gd name="connsiteX1" fmla="*/ 169122 w 169121"/>
                <a:gd name="connsiteY1" fmla="*/ 0 h 169121"/>
                <a:gd name="connsiteX2" fmla="*/ 169122 w 169121"/>
                <a:gd name="connsiteY2" fmla="*/ 169122 h 169121"/>
                <a:gd name="connsiteX3" fmla="*/ 0 w 169121"/>
                <a:gd name="connsiteY3" fmla="*/ 169122 h 16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21" h="169121">
                  <a:moveTo>
                    <a:pt x="0" y="0"/>
                  </a:moveTo>
                  <a:lnTo>
                    <a:pt x="169122" y="0"/>
                  </a:lnTo>
                  <a:lnTo>
                    <a:pt x="169122" y="169122"/>
                  </a:lnTo>
                  <a:lnTo>
                    <a:pt x="0" y="169122"/>
                  </a:lnTo>
                  <a:close/>
                </a:path>
              </a:pathLst>
            </a:custGeom>
            <a:solidFill>
              <a:srgbClr val="B20026"/>
            </a:solidFill>
            <a:ln w="89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1453408-155A-35DF-7B88-37ACCC522F0B}"/>
                </a:ext>
              </a:extLst>
            </p:cNvPr>
            <p:cNvSpPr/>
            <p:nvPr/>
          </p:nvSpPr>
          <p:spPr>
            <a:xfrm>
              <a:off x="5007398" y="1670359"/>
              <a:ext cx="169121" cy="169121"/>
            </a:xfrm>
            <a:custGeom>
              <a:avLst/>
              <a:gdLst>
                <a:gd name="connsiteX0" fmla="*/ 0 w 169121"/>
                <a:gd name="connsiteY0" fmla="*/ 0 h 169121"/>
                <a:gd name="connsiteX1" fmla="*/ 169122 w 169121"/>
                <a:gd name="connsiteY1" fmla="*/ 0 h 169121"/>
                <a:gd name="connsiteX2" fmla="*/ 169122 w 169121"/>
                <a:gd name="connsiteY2" fmla="*/ 169122 h 169121"/>
                <a:gd name="connsiteX3" fmla="*/ 0 w 169121"/>
                <a:gd name="connsiteY3" fmla="*/ 169122 h 16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21" h="169121">
                  <a:moveTo>
                    <a:pt x="0" y="0"/>
                  </a:moveTo>
                  <a:lnTo>
                    <a:pt x="169122" y="0"/>
                  </a:lnTo>
                  <a:lnTo>
                    <a:pt x="169122" y="169122"/>
                  </a:lnTo>
                  <a:lnTo>
                    <a:pt x="0" y="169122"/>
                  </a:lnTo>
                  <a:close/>
                </a:path>
              </a:pathLst>
            </a:custGeom>
            <a:solidFill>
              <a:srgbClr val="BEBEBE"/>
            </a:solidFill>
            <a:ln w="89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CF4731-BC1D-6618-990A-A6BCA157C9A4}"/>
                </a:ext>
              </a:extLst>
            </p:cNvPr>
            <p:cNvSpPr txBox="1"/>
            <p:nvPr/>
          </p:nvSpPr>
          <p:spPr>
            <a:xfrm>
              <a:off x="5165142" y="1287295"/>
              <a:ext cx="1217400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Partial resistance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98F352-B3C6-CB43-9927-CFDEB314BFD2}"/>
                </a:ext>
              </a:extLst>
            </p:cNvPr>
            <p:cNvSpPr txBox="1"/>
            <p:nvPr/>
          </p:nvSpPr>
          <p:spPr>
            <a:xfrm>
              <a:off x="5165142" y="1459115"/>
              <a:ext cx="740621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Resistant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3F84D5A-7F7F-2DBB-0A5C-EEC94FD65E7C}"/>
                </a:ext>
              </a:extLst>
            </p:cNvPr>
            <p:cNvSpPr txBox="1"/>
            <p:nvPr/>
          </p:nvSpPr>
          <p:spPr>
            <a:xfrm>
              <a:off x="5165142" y="1631835"/>
              <a:ext cx="875559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Susceptible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AE007C-26DC-FAED-F2AF-D58AADFD72F8}"/>
                </a:ext>
              </a:extLst>
            </p:cNvPr>
            <p:cNvSpPr txBox="1"/>
            <p:nvPr/>
          </p:nvSpPr>
          <p:spPr>
            <a:xfrm>
              <a:off x="6763702" y="1044407"/>
              <a:ext cx="812588" cy="27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3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Extractio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66527D1-FCE3-B1E4-8B5B-99BD88E6CAB7}"/>
                </a:ext>
              </a:extLst>
            </p:cNvPr>
            <p:cNvSpPr txBox="1"/>
            <p:nvPr/>
          </p:nvSpPr>
          <p:spPr>
            <a:xfrm>
              <a:off x="7419498" y="1044407"/>
              <a:ext cx="272838" cy="27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3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9CA670-8D48-1AA2-5695-58C5792DAF1E}"/>
                </a:ext>
              </a:extLst>
            </p:cNvPr>
            <p:cNvSpPr txBox="1"/>
            <p:nvPr/>
          </p:nvSpPr>
          <p:spPr>
            <a:xfrm>
              <a:off x="6763702" y="1214429"/>
              <a:ext cx="722630" cy="27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35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method</a:t>
              </a:r>
            </a:p>
          </p:txBody>
        </p:sp>
        <p:grpSp>
          <p:nvGrpSpPr>
            <p:cNvPr id="35" name="Graphic 4">
              <a:extLst>
                <a:ext uri="{FF2B5EF4-FFF2-40B4-BE49-F238E27FC236}">
                  <a16:creationId xmlns:a16="http://schemas.microsoft.com/office/drawing/2014/main" id="{A6386FB5-14BF-5E75-86BD-AAE0997A382F}"/>
                </a:ext>
              </a:extLst>
            </p:cNvPr>
            <p:cNvGrpSpPr/>
            <p:nvPr/>
          </p:nvGrpSpPr>
          <p:grpSpPr>
            <a:xfrm>
              <a:off x="6876732" y="1529124"/>
              <a:ext cx="129539" cy="137636"/>
              <a:chOff x="6876732" y="1529124"/>
              <a:chExt cx="129539" cy="137636"/>
            </a:xfrm>
            <a:solidFill>
              <a:srgbClr val="1B9E77"/>
            </a:solidFill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8AA2EFF8-757B-2318-0E55-5A6FC2902348}"/>
                  </a:ext>
                </a:extLst>
              </p:cNvPr>
              <p:cNvSpPr/>
              <p:nvPr/>
            </p:nvSpPr>
            <p:spPr>
              <a:xfrm>
                <a:off x="6941502" y="1641572"/>
                <a:ext cx="8995" cy="25188"/>
              </a:xfrm>
              <a:custGeom>
                <a:avLst/>
                <a:gdLst>
                  <a:gd name="connsiteX0" fmla="*/ 0 w 8995"/>
                  <a:gd name="connsiteY0" fmla="*/ 25188 h 25188"/>
                  <a:gd name="connsiteX1" fmla="*/ 0 w 8995"/>
                  <a:gd name="connsiteY1" fmla="*/ 0 h 2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5188">
                    <a:moveTo>
                      <a:pt x="0" y="251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FD318E75-F8AB-2541-E54F-1983225C5BF8}"/>
                  </a:ext>
                </a:extLst>
              </p:cNvPr>
              <p:cNvSpPr/>
              <p:nvPr/>
            </p:nvSpPr>
            <p:spPr>
              <a:xfrm>
                <a:off x="6941502" y="1529124"/>
                <a:ext cx="8995" cy="26087"/>
              </a:xfrm>
              <a:custGeom>
                <a:avLst/>
                <a:gdLst>
                  <a:gd name="connsiteX0" fmla="*/ 0 w 8995"/>
                  <a:gd name="connsiteY0" fmla="*/ 26088 h 26087"/>
                  <a:gd name="connsiteX1" fmla="*/ 0 w 8995"/>
                  <a:gd name="connsiteY1" fmla="*/ 0 h 2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6087">
                    <a:moveTo>
                      <a:pt x="0" y="260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69329C5E-345D-D152-6AEF-4D9F127C6098}"/>
                  </a:ext>
                </a:extLst>
              </p:cNvPr>
              <p:cNvSpPr/>
              <p:nvPr/>
            </p:nvSpPr>
            <p:spPr>
              <a:xfrm>
                <a:off x="6876732" y="1555212"/>
                <a:ext cx="129539" cy="86359"/>
              </a:xfrm>
              <a:custGeom>
                <a:avLst/>
                <a:gdLst>
                  <a:gd name="connsiteX0" fmla="*/ 0 w 129539"/>
                  <a:gd name="connsiteY0" fmla="*/ 0 h 86359"/>
                  <a:gd name="connsiteX1" fmla="*/ 129540 w 129539"/>
                  <a:gd name="connsiteY1" fmla="*/ 0 h 86359"/>
                  <a:gd name="connsiteX2" fmla="*/ 129540 w 129539"/>
                  <a:gd name="connsiteY2" fmla="*/ 86360 h 86359"/>
                  <a:gd name="connsiteX3" fmla="*/ 0 w 129539"/>
                  <a:gd name="connsiteY3" fmla="*/ 86360 h 8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539" h="86359">
                    <a:moveTo>
                      <a:pt x="0" y="0"/>
                    </a:moveTo>
                    <a:lnTo>
                      <a:pt x="129540" y="0"/>
                    </a:lnTo>
                    <a:lnTo>
                      <a:pt x="129540" y="86360"/>
                    </a:lnTo>
                    <a:lnTo>
                      <a:pt x="0" y="86360"/>
                    </a:lnTo>
                    <a:close/>
                  </a:path>
                </a:pathLst>
              </a:custGeom>
              <a:solidFill>
                <a:srgbClr val="1B9E77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4947781-F63F-FE5F-8D7F-592517D6B3FC}"/>
                  </a:ext>
                </a:extLst>
              </p:cNvPr>
              <p:cNvSpPr/>
              <p:nvPr/>
            </p:nvSpPr>
            <p:spPr>
              <a:xfrm>
                <a:off x="6876732" y="1598392"/>
                <a:ext cx="129539" cy="8995"/>
              </a:xfrm>
              <a:custGeom>
                <a:avLst/>
                <a:gdLst>
                  <a:gd name="connsiteX0" fmla="*/ 0 w 129539"/>
                  <a:gd name="connsiteY0" fmla="*/ 0 h 8995"/>
                  <a:gd name="connsiteX1" fmla="*/ 129540 w 129539"/>
                  <a:gd name="connsiteY1" fmla="*/ 0 h 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9539" h="8995">
                    <a:moveTo>
                      <a:pt x="0" y="0"/>
                    </a:moveTo>
                    <a:lnTo>
                      <a:pt x="12954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6" name="Graphic 4">
              <a:extLst>
                <a:ext uri="{FF2B5EF4-FFF2-40B4-BE49-F238E27FC236}">
                  <a16:creationId xmlns:a16="http://schemas.microsoft.com/office/drawing/2014/main" id="{CD7CE7E2-7DDE-1743-4FEB-9AA9887B5694}"/>
                </a:ext>
              </a:extLst>
            </p:cNvPr>
            <p:cNvGrpSpPr/>
            <p:nvPr/>
          </p:nvGrpSpPr>
          <p:grpSpPr>
            <a:xfrm>
              <a:off x="6876732" y="1701844"/>
              <a:ext cx="129539" cy="137636"/>
              <a:chOff x="6876732" y="1701844"/>
              <a:chExt cx="129539" cy="137636"/>
            </a:xfrm>
            <a:solidFill>
              <a:srgbClr val="D95F02"/>
            </a:solidFill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B0E56B4-6DBC-C0CE-79C3-F6336D608891}"/>
                  </a:ext>
                </a:extLst>
              </p:cNvPr>
              <p:cNvSpPr/>
              <p:nvPr/>
            </p:nvSpPr>
            <p:spPr>
              <a:xfrm>
                <a:off x="6941502" y="1814292"/>
                <a:ext cx="8995" cy="25188"/>
              </a:xfrm>
              <a:custGeom>
                <a:avLst/>
                <a:gdLst>
                  <a:gd name="connsiteX0" fmla="*/ 0 w 8995"/>
                  <a:gd name="connsiteY0" fmla="*/ 25188 h 25188"/>
                  <a:gd name="connsiteX1" fmla="*/ 0 w 8995"/>
                  <a:gd name="connsiteY1" fmla="*/ 0 h 2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5188">
                    <a:moveTo>
                      <a:pt x="0" y="251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691D669D-5B12-314D-438A-E0F657A4B7DB}"/>
                  </a:ext>
                </a:extLst>
              </p:cNvPr>
              <p:cNvSpPr/>
              <p:nvPr/>
            </p:nvSpPr>
            <p:spPr>
              <a:xfrm>
                <a:off x="6941502" y="1701844"/>
                <a:ext cx="8995" cy="26087"/>
              </a:xfrm>
              <a:custGeom>
                <a:avLst/>
                <a:gdLst>
                  <a:gd name="connsiteX0" fmla="*/ 0 w 8995"/>
                  <a:gd name="connsiteY0" fmla="*/ 26088 h 26087"/>
                  <a:gd name="connsiteX1" fmla="*/ 0 w 8995"/>
                  <a:gd name="connsiteY1" fmla="*/ 0 h 2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6087">
                    <a:moveTo>
                      <a:pt x="0" y="260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C1A1D0FB-81AC-E15E-5B91-9595A7B12AFE}"/>
                  </a:ext>
                </a:extLst>
              </p:cNvPr>
              <p:cNvSpPr/>
              <p:nvPr/>
            </p:nvSpPr>
            <p:spPr>
              <a:xfrm>
                <a:off x="6876732" y="1727932"/>
                <a:ext cx="129539" cy="86359"/>
              </a:xfrm>
              <a:custGeom>
                <a:avLst/>
                <a:gdLst>
                  <a:gd name="connsiteX0" fmla="*/ 0 w 129539"/>
                  <a:gd name="connsiteY0" fmla="*/ 0 h 86359"/>
                  <a:gd name="connsiteX1" fmla="*/ 129540 w 129539"/>
                  <a:gd name="connsiteY1" fmla="*/ 0 h 86359"/>
                  <a:gd name="connsiteX2" fmla="*/ 129540 w 129539"/>
                  <a:gd name="connsiteY2" fmla="*/ 86360 h 86359"/>
                  <a:gd name="connsiteX3" fmla="*/ 0 w 129539"/>
                  <a:gd name="connsiteY3" fmla="*/ 86360 h 8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539" h="86359">
                    <a:moveTo>
                      <a:pt x="0" y="0"/>
                    </a:moveTo>
                    <a:lnTo>
                      <a:pt x="129540" y="0"/>
                    </a:lnTo>
                    <a:lnTo>
                      <a:pt x="129540" y="86360"/>
                    </a:lnTo>
                    <a:lnTo>
                      <a:pt x="0" y="86360"/>
                    </a:lnTo>
                    <a:close/>
                  </a:path>
                </a:pathLst>
              </a:custGeom>
              <a:solidFill>
                <a:srgbClr val="D95F02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EA8EF177-0132-19D8-D679-ADC5D8CEA91B}"/>
                  </a:ext>
                </a:extLst>
              </p:cNvPr>
              <p:cNvSpPr/>
              <p:nvPr/>
            </p:nvSpPr>
            <p:spPr>
              <a:xfrm>
                <a:off x="6876732" y="1771112"/>
                <a:ext cx="129539" cy="8995"/>
              </a:xfrm>
              <a:custGeom>
                <a:avLst/>
                <a:gdLst>
                  <a:gd name="connsiteX0" fmla="*/ 0 w 129539"/>
                  <a:gd name="connsiteY0" fmla="*/ 0 h 8995"/>
                  <a:gd name="connsiteX1" fmla="*/ 129540 w 129539"/>
                  <a:gd name="connsiteY1" fmla="*/ 0 h 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9539" h="8995">
                    <a:moveTo>
                      <a:pt x="0" y="0"/>
                    </a:moveTo>
                    <a:lnTo>
                      <a:pt x="12954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aphic 4">
              <a:extLst>
                <a:ext uri="{FF2B5EF4-FFF2-40B4-BE49-F238E27FC236}">
                  <a16:creationId xmlns:a16="http://schemas.microsoft.com/office/drawing/2014/main" id="{473DA3D7-F767-A0B2-0AAE-B1D57C7A89F5}"/>
                </a:ext>
              </a:extLst>
            </p:cNvPr>
            <p:cNvGrpSpPr/>
            <p:nvPr/>
          </p:nvGrpSpPr>
          <p:grpSpPr>
            <a:xfrm>
              <a:off x="7272549" y="1529124"/>
              <a:ext cx="129539" cy="137636"/>
              <a:chOff x="7272549" y="1529124"/>
              <a:chExt cx="129539" cy="137636"/>
            </a:xfrm>
            <a:solidFill>
              <a:srgbClr val="7570B3"/>
            </a:solidFill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FEB750E-8FCD-E0D8-4958-929CB268761E}"/>
                  </a:ext>
                </a:extLst>
              </p:cNvPr>
              <p:cNvSpPr/>
              <p:nvPr/>
            </p:nvSpPr>
            <p:spPr>
              <a:xfrm>
                <a:off x="7337319" y="1641572"/>
                <a:ext cx="8995" cy="25188"/>
              </a:xfrm>
              <a:custGeom>
                <a:avLst/>
                <a:gdLst>
                  <a:gd name="connsiteX0" fmla="*/ 0 w 8995"/>
                  <a:gd name="connsiteY0" fmla="*/ 25188 h 25188"/>
                  <a:gd name="connsiteX1" fmla="*/ 0 w 8995"/>
                  <a:gd name="connsiteY1" fmla="*/ 0 h 2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5188">
                    <a:moveTo>
                      <a:pt x="0" y="251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4C167191-72C9-41F1-3652-D04BA842551F}"/>
                  </a:ext>
                </a:extLst>
              </p:cNvPr>
              <p:cNvSpPr/>
              <p:nvPr/>
            </p:nvSpPr>
            <p:spPr>
              <a:xfrm>
                <a:off x="7337319" y="1529124"/>
                <a:ext cx="8995" cy="26087"/>
              </a:xfrm>
              <a:custGeom>
                <a:avLst/>
                <a:gdLst>
                  <a:gd name="connsiteX0" fmla="*/ 0 w 8995"/>
                  <a:gd name="connsiteY0" fmla="*/ 26088 h 26087"/>
                  <a:gd name="connsiteX1" fmla="*/ 0 w 8995"/>
                  <a:gd name="connsiteY1" fmla="*/ 0 h 2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6087">
                    <a:moveTo>
                      <a:pt x="0" y="260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B2C7B006-170D-7B7B-E707-C2A530D9C233}"/>
                  </a:ext>
                </a:extLst>
              </p:cNvPr>
              <p:cNvSpPr/>
              <p:nvPr/>
            </p:nvSpPr>
            <p:spPr>
              <a:xfrm>
                <a:off x="7272549" y="1555212"/>
                <a:ext cx="129539" cy="86359"/>
              </a:xfrm>
              <a:custGeom>
                <a:avLst/>
                <a:gdLst>
                  <a:gd name="connsiteX0" fmla="*/ 0 w 129539"/>
                  <a:gd name="connsiteY0" fmla="*/ 0 h 86359"/>
                  <a:gd name="connsiteX1" fmla="*/ 129540 w 129539"/>
                  <a:gd name="connsiteY1" fmla="*/ 0 h 86359"/>
                  <a:gd name="connsiteX2" fmla="*/ 129540 w 129539"/>
                  <a:gd name="connsiteY2" fmla="*/ 86360 h 86359"/>
                  <a:gd name="connsiteX3" fmla="*/ 0 w 129539"/>
                  <a:gd name="connsiteY3" fmla="*/ 86360 h 8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539" h="86359">
                    <a:moveTo>
                      <a:pt x="0" y="0"/>
                    </a:moveTo>
                    <a:lnTo>
                      <a:pt x="129540" y="0"/>
                    </a:lnTo>
                    <a:lnTo>
                      <a:pt x="129540" y="86360"/>
                    </a:lnTo>
                    <a:lnTo>
                      <a:pt x="0" y="86360"/>
                    </a:lnTo>
                    <a:close/>
                  </a:path>
                </a:pathLst>
              </a:custGeom>
              <a:solidFill>
                <a:srgbClr val="7570B3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0307780-6D1B-2DD0-C7EC-7763D852114D}"/>
                  </a:ext>
                </a:extLst>
              </p:cNvPr>
              <p:cNvSpPr/>
              <p:nvPr/>
            </p:nvSpPr>
            <p:spPr>
              <a:xfrm>
                <a:off x="7272549" y="1598392"/>
                <a:ext cx="128640" cy="8995"/>
              </a:xfrm>
              <a:custGeom>
                <a:avLst/>
                <a:gdLst>
                  <a:gd name="connsiteX0" fmla="*/ 0 w 128640"/>
                  <a:gd name="connsiteY0" fmla="*/ 0 h 8995"/>
                  <a:gd name="connsiteX1" fmla="*/ 128640 w 128640"/>
                  <a:gd name="connsiteY1" fmla="*/ 0 h 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8640" h="8995">
                    <a:moveTo>
                      <a:pt x="0" y="0"/>
                    </a:moveTo>
                    <a:lnTo>
                      <a:pt x="12864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8" name="Graphic 4">
              <a:extLst>
                <a:ext uri="{FF2B5EF4-FFF2-40B4-BE49-F238E27FC236}">
                  <a16:creationId xmlns:a16="http://schemas.microsoft.com/office/drawing/2014/main" id="{F2680A00-709E-8EBB-4D41-52554C7FD0DA}"/>
                </a:ext>
              </a:extLst>
            </p:cNvPr>
            <p:cNvGrpSpPr/>
            <p:nvPr/>
          </p:nvGrpSpPr>
          <p:grpSpPr>
            <a:xfrm>
              <a:off x="7272549" y="1701844"/>
              <a:ext cx="129539" cy="137636"/>
              <a:chOff x="7272549" y="1701844"/>
              <a:chExt cx="129539" cy="137636"/>
            </a:xfrm>
            <a:solidFill>
              <a:srgbClr val="E7298A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7BF703F-1E6A-F81A-C2C3-63418AEBAA27}"/>
                  </a:ext>
                </a:extLst>
              </p:cNvPr>
              <p:cNvSpPr/>
              <p:nvPr/>
            </p:nvSpPr>
            <p:spPr>
              <a:xfrm>
                <a:off x="7337319" y="1814292"/>
                <a:ext cx="8995" cy="25188"/>
              </a:xfrm>
              <a:custGeom>
                <a:avLst/>
                <a:gdLst>
                  <a:gd name="connsiteX0" fmla="*/ 0 w 8995"/>
                  <a:gd name="connsiteY0" fmla="*/ 25188 h 25188"/>
                  <a:gd name="connsiteX1" fmla="*/ 0 w 8995"/>
                  <a:gd name="connsiteY1" fmla="*/ 0 h 2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5188">
                    <a:moveTo>
                      <a:pt x="0" y="251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DC6ED1B-0F67-9578-0E02-097E019FC9DF}"/>
                  </a:ext>
                </a:extLst>
              </p:cNvPr>
              <p:cNvSpPr/>
              <p:nvPr/>
            </p:nvSpPr>
            <p:spPr>
              <a:xfrm>
                <a:off x="7337319" y="1701844"/>
                <a:ext cx="8995" cy="26087"/>
              </a:xfrm>
              <a:custGeom>
                <a:avLst/>
                <a:gdLst>
                  <a:gd name="connsiteX0" fmla="*/ 0 w 8995"/>
                  <a:gd name="connsiteY0" fmla="*/ 26088 h 26087"/>
                  <a:gd name="connsiteX1" fmla="*/ 0 w 8995"/>
                  <a:gd name="connsiteY1" fmla="*/ 0 h 2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6087">
                    <a:moveTo>
                      <a:pt x="0" y="260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930E1ADF-9E0F-C869-7736-805133EC0744}"/>
                  </a:ext>
                </a:extLst>
              </p:cNvPr>
              <p:cNvSpPr/>
              <p:nvPr/>
            </p:nvSpPr>
            <p:spPr>
              <a:xfrm>
                <a:off x="7272549" y="1727932"/>
                <a:ext cx="129539" cy="86359"/>
              </a:xfrm>
              <a:custGeom>
                <a:avLst/>
                <a:gdLst>
                  <a:gd name="connsiteX0" fmla="*/ 0 w 129539"/>
                  <a:gd name="connsiteY0" fmla="*/ 0 h 86359"/>
                  <a:gd name="connsiteX1" fmla="*/ 129540 w 129539"/>
                  <a:gd name="connsiteY1" fmla="*/ 0 h 86359"/>
                  <a:gd name="connsiteX2" fmla="*/ 129540 w 129539"/>
                  <a:gd name="connsiteY2" fmla="*/ 86360 h 86359"/>
                  <a:gd name="connsiteX3" fmla="*/ 0 w 129539"/>
                  <a:gd name="connsiteY3" fmla="*/ 86360 h 8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539" h="86359">
                    <a:moveTo>
                      <a:pt x="0" y="0"/>
                    </a:moveTo>
                    <a:lnTo>
                      <a:pt x="129540" y="0"/>
                    </a:lnTo>
                    <a:lnTo>
                      <a:pt x="129540" y="86360"/>
                    </a:lnTo>
                    <a:lnTo>
                      <a:pt x="0" y="86360"/>
                    </a:lnTo>
                    <a:close/>
                  </a:path>
                </a:pathLst>
              </a:custGeom>
              <a:solidFill>
                <a:srgbClr val="E7298A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F76483D-F6C2-AA47-B421-DACC0AE6A3B9}"/>
                  </a:ext>
                </a:extLst>
              </p:cNvPr>
              <p:cNvSpPr/>
              <p:nvPr/>
            </p:nvSpPr>
            <p:spPr>
              <a:xfrm>
                <a:off x="7272549" y="1771112"/>
                <a:ext cx="128640" cy="8995"/>
              </a:xfrm>
              <a:custGeom>
                <a:avLst/>
                <a:gdLst>
                  <a:gd name="connsiteX0" fmla="*/ 0 w 128640"/>
                  <a:gd name="connsiteY0" fmla="*/ 0 h 8995"/>
                  <a:gd name="connsiteX1" fmla="*/ 128640 w 128640"/>
                  <a:gd name="connsiteY1" fmla="*/ 0 h 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8640" h="8995">
                    <a:moveTo>
                      <a:pt x="0" y="0"/>
                    </a:moveTo>
                    <a:lnTo>
                      <a:pt x="12864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EE951809-8B30-4AD0-3769-0F577341F29A}"/>
                </a:ext>
              </a:extLst>
            </p:cNvPr>
            <p:cNvGrpSpPr/>
            <p:nvPr/>
          </p:nvGrpSpPr>
          <p:grpSpPr>
            <a:xfrm>
              <a:off x="7673763" y="1529124"/>
              <a:ext cx="129540" cy="137636"/>
              <a:chOff x="7673763" y="1529124"/>
              <a:chExt cx="129540" cy="137636"/>
            </a:xfrm>
            <a:solidFill>
              <a:srgbClr val="66A61E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D661ED0A-F617-23D2-1C50-B6DDD1D5A492}"/>
                  </a:ext>
                </a:extLst>
              </p:cNvPr>
              <p:cNvSpPr/>
              <p:nvPr/>
            </p:nvSpPr>
            <p:spPr>
              <a:xfrm>
                <a:off x="7738533" y="1641572"/>
                <a:ext cx="8995" cy="25188"/>
              </a:xfrm>
              <a:custGeom>
                <a:avLst/>
                <a:gdLst>
                  <a:gd name="connsiteX0" fmla="*/ 0 w 8995"/>
                  <a:gd name="connsiteY0" fmla="*/ 25188 h 25188"/>
                  <a:gd name="connsiteX1" fmla="*/ 0 w 8995"/>
                  <a:gd name="connsiteY1" fmla="*/ 0 h 2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5188">
                    <a:moveTo>
                      <a:pt x="0" y="251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C92733D4-D10B-CB7F-BF1A-D0153E0977DE}"/>
                  </a:ext>
                </a:extLst>
              </p:cNvPr>
              <p:cNvSpPr/>
              <p:nvPr/>
            </p:nvSpPr>
            <p:spPr>
              <a:xfrm>
                <a:off x="7738533" y="1529124"/>
                <a:ext cx="8995" cy="26087"/>
              </a:xfrm>
              <a:custGeom>
                <a:avLst/>
                <a:gdLst>
                  <a:gd name="connsiteX0" fmla="*/ 0 w 8995"/>
                  <a:gd name="connsiteY0" fmla="*/ 26088 h 26087"/>
                  <a:gd name="connsiteX1" fmla="*/ 0 w 8995"/>
                  <a:gd name="connsiteY1" fmla="*/ 0 h 2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6087">
                    <a:moveTo>
                      <a:pt x="0" y="260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3AF30C3-9163-91C9-9DD3-A92880A306E3}"/>
                  </a:ext>
                </a:extLst>
              </p:cNvPr>
              <p:cNvSpPr/>
              <p:nvPr/>
            </p:nvSpPr>
            <p:spPr>
              <a:xfrm>
                <a:off x="7673763" y="1555212"/>
                <a:ext cx="129539" cy="86359"/>
              </a:xfrm>
              <a:custGeom>
                <a:avLst/>
                <a:gdLst>
                  <a:gd name="connsiteX0" fmla="*/ 0 w 129539"/>
                  <a:gd name="connsiteY0" fmla="*/ 0 h 86359"/>
                  <a:gd name="connsiteX1" fmla="*/ 129540 w 129539"/>
                  <a:gd name="connsiteY1" fmla="*/ 0 h 86359"/>
                  <a:gd name="connsiteX2" fmla="*/ 129540 w 129539"/>
                  <a:gd name="connsiteY2" fmla="*/ 86360 h 86359"/>
                  <a:gd name="connsiteX3" fmla="*/ 0 w 129539"/>
                  <a:gd name="connsiteY3" fmla="*/ 86360 h 8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539" h="86359">
                    <a:moveTo>
                      <a:pt x="0" y="0"/>
                    </a:moveTo>
                    <a:lnTo>
                      <a:pt x="129540" y="0"/>
                    </a:lnTo>
                    <a:lnTo>
                      <a:pt x="129540" y="86360"/>
                    </a:lnTo>
                    <a:lnTo>
                      <a:pt x="0" y="86360"/>
                    </a:lnTo>
                    <a:close/>
                  </a:path>
                </a:pathLst>
              </a:custGeom>
              <a:solidFill>
                <a:srgbClr val="66A61E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66AA7C18-68C7-0559-704A-8F7E34194DE2}"/>
                  </a:ext>
                </a:extLst>
              </p:cNvPr>
              <p:cNvSpPr/>
              <p:nvPr/>
            </p:nvSpPr>
            <p:spPr>
              <a:xfrm>
                <a:off x="7673763" y="1598392"/>
                <a:ext cx="129540" cy="8995"/>
              </a:xfrm>
              <a:custGeom>
                <a:avLst/>
                <a:gdLst>
                  <a:gd name="connsiteX0" fmla="*/ 0 w 129540"/>
                  <a:gd name="connsiteY0" fmla="*/ 0 h 8995"/>
                  <a:gd name="connsiteX1" fmla="*/ 129540 w 129540"/>
                  <a:gd name="connsiteY1" fmla="*/ 0 h 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9540" h="8995">
                    <a:moveTo>
                      <a:pt x="0" y="0"/>
                    </a:moveTo>
                    <a:lnTo>
                      <a:pt x="12954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0" name="Graphic 4">
              <a:extLst>
                <a:ext uri="{FF2B5EF4-FFF2-40B4-BE49-F238E27FC236}">
                  <a16:creationId xmlns:a16="http://schemas.microsoft.com/office/drawing/2014/main" id="{8346D5C8-468A-DA9A-BEAE-D6F658730248}"/>
                </a:ext>
              </a:extLst>
            </p:cNvPr>
            <p:cNvGrpSpPr/>
            <p:nvPr/>
          </p:nvGrpSpPr>
          <p:grpSpPr>
            <a:xfrm>
              <a:off x="7673763" y="1701844"/>
              <a:ext cx="129540" cy="137636"/>
              <a:chOff x="7673763" y="1701844"/>
              <a:chExt cx="129540" cy="137636"/>
            </a:xfrm>
            <a:solidFill>
              <a:srgbClr val="E6AB02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65C3331F-9F34-6279-05E2-8D67111705CA}"/>
                  </a:ext>
                </a:extLst>
              </p:cNvPr>
              <p:cNvSpPr/>
              <p:nvPr/>
            </p:nvSpPr>
            <p:spPr>
              <a:xfrm>
                <a:off x="7738533" y="1814292"/>
                <a:ext cx="8995" cy="25188"/>
              </a:xfrm>
              <a:custGeom>
                <a:avLst/>
                <a:gdLst>
                  <a:gd name="connsiteX0" fmla="*/ 0 w 8995"/>
                  <a:gd name="connsiteY0" fmla="*/ 25188 h 25188"/>
                  <a:gd name="connsiteX1" fmla="*/ 0 w 8995"/>
                  <a:gd name="connsiteY1" fmla="*/ 0 h 2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5188">
                    <a:moveTo>
                      <a:pt x="0" y="251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C80E6D4D-2D56-DAD9-B9EE-950C8B2A6FAC}"/>
                  </a:ext>
                </a:extLst>
              </p:cNvPr>
              <p:cNvSpPr/>
              <p:nvPr/>
            </p:nvSpPr>
            <p:spPr>
              <a:xfrm>
                <a:off x="7738533" y="1701844"/>
                <a:ext cx="8995" cy="26087"/>
              </a:xfrm>
              <a:custGeom>
                <a:avLst/>
                <a:gdLst>
                  <a:gd name="connsiteX0" fmla="*/ 0 w 8995"/>
                  <a:gd name="connsiteY0" fmla="*/ 26088 h 26087"/>
                  <a:gd name="connsiteX1" fmla="*/ 0 w 8995"/>
                  <a:gd name="connsiteY1" fmla="*/ 0 h 2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95" h="26087">
                    <a:moveTo>
                      <a:pt x="0" y="26088"/>
                    </a:moveTo>
                    <a:lnTo>
                      <a:pt x="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EEA1BED-B662-7988-421F-5B9747C82616}"/>
                  </a:ext>
                </a:extLst>
              </p:cNvPr>
              <p:cNvSpPr/>
              <p:nvPr/>
            </p:nvSpPr>
            <p:spPr>
              <a:xfrm>
                <a:off x="7673763" y="1727932"/>
                <a:ext cx="129539" cy="86359"/>
              </a:xfrm>
              <a:custGeom>
                <a:avLst/>
                <a:gdLst>
                  <a:gd name="connsiteX0" fmla="*/ 0 w 129539"/>
                  <a:gd name="connsiteY0" fmla="*/ 0 h 86359"/>
                  <a:gd name="connsiteX1" fmla="*/ 129540 w 129539"/>
                  <a:gd name="connsiteY1" fmla="*/ 0 h 86359"/>
                  <a:gd name="connsiteX2" fmla="*/ 129540 w 129539"/>
                  <a:gd name="connsiteY2" fmla="*/ 86360 h 86359"/>
                  <a:gd name="connsiteX3" fmla="*/ 0 w 129539"/>
                  <a:gd name="connsiteY3" fmla="*/ 86360 h 8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539" h="86359">
                    <a:moveTo>
                      <a:pt x="0" y="0"/>
                    </a:moveTo>
                    <a:lnTo>
                      <a:pt x="129540" y="0"/>
                    </a:lnTo>
                    <a:lnTo>
                      <a:pt x="129540" y="86360"/>
                    </a:lnTo>
                    <a:lnTo>
                      <a:pt x="0" y="86360"/>
                    </a:lnTo>
                    <a:close/>
                  </a:path>
                </a:pathLst>
              </a:custGeom>
              <a:solidFill>
                <a:srgbClr val="E6AB02"/>
              </a:solidFill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ADEAAEB9-324B-C091-A7EE-4C7C33919B9E}"/>
                  </a:ext>
                </a:extLst>
              </p:cNvPr>
              <p:cNvSpPr/>
              <p:nvPr/>
            </p:nvSpPr>
            <p:spPr>
              <a:xfrm>
                <a:off x="7673763" y="1771112"/>
                <a:ext cx="129540" cy="8995"/>
              </a:xfrm>
              <a:custGeom>
                <a:avLst/>
                <a:gdLst>
                  <a:gd name="connsiteX0" fmla="*/ 0 w 129540"/>
                  <a:gd name="connsiteY0" fmla="*/ 0 h 8995"/>
                  <a:gd name="connsiteX1" fmla="*/ 129540 w 129540"/>
                  <a:gd name="connsiteY1" fmla="*/ 0 h 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9540" h="8995">
                    <a:moveTo>
                      <a:pt x="0" y="0"/>
                    </a:moveTo>
                    <a:lnTo>
                      <a:pt x="129540" y="0"/>
                    </a:lnTo>
                  </a:path>
                </a:pathLst>
              </a:custGeom>
              <a:ln w="9895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1B0AA42-CB63-A992-DC9B-09A8D68F6D83}"/>
                </a:ext>
              </a:extLst>
            </p:cNvPr>
            <p:cNvSpPr txBox="1"/>
            <p:nvPr/>
          </p:nvSpPr>
          <p:spPr>
            <a:xfrm>
              <a:off x="6952615" y="1479806"/>
              <a:ext cx="272838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F99F7C3-BE3F-9F61-30E5-C7E9A362427A}"/>
                </a:ext>
              </a:extLst>
            </p:cNvPr>
            <p:cNvSpPr txBox="1"/>
            <p:nvPr/>
          </p:nvSpPr>
          <p:spPr>
            <a:xfrm>
              <a:off x="6952615" y="1652526"/>
              <a:ext cx="272838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6600D3B-E45C-9D22-5F48-2C4221E3B4A4}"/>
                </a:ext>
              </a:extLst>
            </p:cNvPr>
            <p:cNvSpPr txBox="1"/>
            <p:nvPr/>
          </p:nvSpPr>
          <p:spPr>
            <a:xfrm>
              <a:off x="7347532" y="1479806"/>
              <a:ext cx="281834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6B28363-13B2-3A9A-C104-D9732EA4AA24}"/>
                </a:ext>
              </a:extLst>
            </p:cNvPr>
            <p:cNvSpPr txBox="1"/>
            <p:nvPr/>
          </p:nvSpPr>
          <p:spPr>
            <a:xfrm>
              <a:off x="7347532" y="1652526"/>
              <a:ext cx="281834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DD1999E-55EC-DD50-F932-BC3651625695}"/>
                </a:ext>
              </a:extLst>
            </p:cNvPr>
            <p:cNvSpPr txBox="1"/>
            <p:nvPr/>
          </p:nvSpPr>
          <p:spPr>
            <a:xfrm>
              <a:off x="7749645" y="1479806"/>
              <a:ext cx="272838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83FFF75-DCFE-29F6-A0D2-2B57B2601EE5}"/>
                </a:ext>
              </a:extLst>
            </p:cNvPr>
            <p:cNvSpPr txBox="1"/>
            <p:nvPr/>
          </p:nvSpPr>
          <p:spPr>
            <a:xfrm>
              <a:off x="7749645" y="1652526"/>
              <a:ext cx="263842" cy="24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25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</a:t>
              </a:r>
            </a:p>
          </p:txBody>
        </p:sp>
      </p:grpSp>
      <p:sp>
        <p:nvSpPr>
          <p:cNvPr id="1137" name="Freeform 1136">
            <a:extLst>
              <a:ext uri="{FF2B5EF4-FFF2-40B4-BE49-F238E27FC236}">
                <a16:creationId xmlns:a16="http://schemas.microsoft.com/office/drawing/2014/main" id="{F52EECE6-A5F8-00FA-5038-EB4B9DA510D8}"/>
              </a:ext>
            </a:extLst>
          </p:cNvPr>
          <p:cNvSpPr/>
          <p:nvPr/>
        </p:nvSpPr>
        <p:spPr>
          <a:xfrm>
            <a:off x="5212080" y="1243573"/>
            <a:ext cx="169121" cy="169121"/>
          </a:xfrm>
          <a:custGeom>
            <a:avLst/>
            <a:gdLst>
              <a:gd name="connsiteX0" fmla="*/ 0 w 169121"/>
              <a:gd name="connsiteY0" fmla="*/ 0 h 169121"/>
              <a:gd name="connsiteX1" fmla="*/ 169122 w 169121"/>
              <a:gd name="connsiteY1" fmla="*/ 0 h 169121"/>
              <a:gd name="connsiteX2" fmla="*/ 169122 w 169121"/>
              <a:gd name="connsiteY2" fmla="*/ 169122 h 169121"/>
              <a:gd name="connsiteX3" fmla="*/ 0 w 169121"/>
              <a:gd name="connsiteY3" fmla="*/ 169122 h 169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121" h="169121">
                <a:moveTo>
                  <a:pt x="0" y="0"/>
                </a:moveTo>
                <a:lnTo>
                  <a:pt x="169122" y="0"/>
                </a:lnTo>
                <a:lnTo>
                  <a:pt x="169122" y="169122"/>
                </a:lnTo>
                <a:lnTo>
                  <a:pt x="0" y="169122"/>
                </a:lnTo>
                <a:close/>
              </a:path>
            </a:pathLst>
          </a:custGeom>
          <a:solidFill>
            <a:srgbClr val="555555"/>
          </a:solidFill>
          <a:ln w="89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CED75D4C-28FB-965A-52B7-350DD4AC95A7}"/>
              </a:ext>
            </a:extLst>
          </p:cNvPr>
          <p:cNvSpPr txBox="1"/>
          <p:nvPr/>
        </p:nvSpPr>
        <p:spPr>
          <a:xfrm>
            <a:off x="5378779" y="1205049"/>
            <a:ext cx="857927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Not Called</a:t>
            </a:r>
          </a:p>
        </p:txBody>
      </p:sp>
    </p:spTree>
    <p:extLst>
      <p:ext uri="{BB962C8B-B14F-4D97-AF65-F5344CB8AC3E}">
        <p14:creationId xmlns:p14="http://schemas.microsoft.com/office/powerpoint/2010/main" val="1571889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130</Words>
  <Application>Microsoft Macintosh PowerPoint</Application>
  <PresentationFormat>Letter Paper (8.5x11 in)</PresentationFormat>
  <Paragraphs>112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Chaney Kalinich</dc:creator>
  <cp:lastModifiedBy>Chaney Kalinich</cp:lastModifiedBy>
  <cp:revision>1</cp:revision>
  <dcterms:created xsi:type="dcterms:W3CDTF">2024-12-12T01:02:36Z</dcterms:created>
  <dcterms:modified xsi:type="dcterms:W3CDTF">2024-12-12T01:29:59Z</dcterms:modified>
</cp:coreProperties>
</file>